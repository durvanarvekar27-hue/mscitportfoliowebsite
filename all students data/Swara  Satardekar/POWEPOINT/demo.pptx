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60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3432"/>
    <a:srgbClr val="B31111"/>
    <a:srgbClr val="EE5050"/>
    <a:srgbClr val="E42025"/>
    <a:srgbClr val="EB798C"/>
    <a:srgbClr val="E13B6A"/>
    <a:srgbClr val="821433"/>
    <a:srgbClr val="442E2C"/>
    <a:srgbClr val="402A18"/>
    <a:srgbClr val="5E4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31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774AF-B984-4CB3-8BE4-62A46F116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36D1A-34D7-4384-839A-40DF04ADED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47F95-C3E9-4CA2-90D9-58C8B3D2E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31CD-6E14-47F0-B609-0FD9984A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931EC-13BE-4280-A76A-E2128D63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709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6506-0A87-4822-8C8D-813B9737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3977D-5356-4CC1-9388-185A9E495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8A431-E011-4C6E-B770-CA5BF0BAE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9ABD1-C584-4806-9005-01C8AF5C2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A40D0-A2F2-4DBC-AF00-678AE03B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17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CEAD9-FC63-43F1-85DE-0F979679B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3C395-8607-4659-A4DD-A5C35E2CD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5CE312-B683-437B-A066-DB623C98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525B0-219B-49F5-80E6-1A4A526A2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808AC-7C1D-44A0-BFD4-F18852AB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87582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04388-59AA-4E6B-B342-D95D61EE0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16DC-DB59-48F3-83EF-1463D33AE0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ACF9BA-DF33-4E1B-9FD3-30E12BC051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AEC305-ACE1-4172-8FFE-6A9F8C02A6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4369FA-1ECF-491B-9A73-CB6FCC178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3BC99-307C-4486-858E-86CA3C7D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2199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8BD7-4591-41BC-A6FB-06CF5CBCE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C10A-3135-4FB8-9CA0-E02EE0221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00D65-BCED-4872-A7FE-AAE1D4407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ABEA78-2C7F-4E09-B349-6BC4C1359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41E9C-6694-4272-814E-332E327478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BB4483-7428-4A38-B749-414A21727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1BE127-4A02-4F16-99EB-9B6C1F904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00E60-8B85-4DFC-B796-751A5AE16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32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87FD7-04E3-47A7-A5DF-834F00D3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5015F9-954F-40B6-B288-6886D87E5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FF2DA-65D7-4BC9-902B-0CFBA1021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D5D234-0F5E-474A-9BA7-5B91E993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086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D7A3A1-C0FD-4E99-AD62-859B4FA70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43A3F-7ABB-496C-BBB4-962F7B8AD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EB7951-639C-4200-874F-28AD6CBB9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56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388F5-9CD9-43D0-A2D4-BA3DD4D80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B1899-C453-4DFE-9A25-DFF3C6786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97CB6D-6CBE-42E6-8D16-9D4836D22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67558-FF49-4E5E-A2B9-59A0E1264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6E883-0C96-428A-ABE4-E75D8B666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2370F2-8C2D-49D1-970D-E41CE491B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384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F46DE-BEC5-4644-A73C-D1C54805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CBCF3-8002-4ADA-9EC9-DBA62DE5B9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29B254-BE9F-4844-89B5-CEFA4E4D4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3D8FFE-8331-498A-AA72-F4076F1D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80616-9244-4FA0-BD5D-9BCC47D3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61773-9015-4EE8-9A07-87CDE3CCF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032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C65EF-D584-44FC-8121-0AB84540E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266DB8-9F37-440E-BFE0-F6F5B4A8B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B8068-840D-41FC-BBF7-07FB059D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04EC7-34FB-415B-B70D-A6091A3FA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67F51-E24B-420E-B6FE-AB7DE20C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922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765B0B-112E-454D-AC23-C077554B6E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772DD3-0A6D-40CD-BDB9-6282098CEC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40BBE-882D-45D2-B202-44B905749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6E13A-0EF2-4BC4-A609-9FD8094D6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42A41-EEEC-4F71-BD57-9ABE22942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203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0DBB1D-37E8-4EBC-8769-4B7B01FB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67627-79D6-4144-9EF2-B10089B5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B983B-81C2-4217-9EEC-449E57400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9DFFBA-9689-4782-AFC1-69D5F2AB0F50}" type="datetimeFigureOut">
              <a:rPr lang="en-IN" smtClean="0"/>
              <a:t>02-05-2026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8FCF5-8FE3-495B-B4E2-1790669E1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BB3F2-76FD-45D1-896C-1B70CF001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81D2E-7A85-49A5-B741-C698D66824F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177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hyperlink" Target="http://fearoftheblackwolf.deviantart.com/art/Can-of-New-Coke-583998513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licenses/by-sa/3.0/" TargetMode="Externa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ons.wikimedia.org/wiki/File:Cheeseburger.png" TargetMode="External"/><Relationship Id="rId11" Type="http://schemas.openxmlformats.org/officeDocument/2006/relationships/hyperlink" Target="https://freepngimg.com/png/74861-king-hamburger-food-ribs-fries-fast-burger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hyperlink" Target="https://www.pexels.com/ko-kr/photo/172277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creativecommons.org/licenses/by-sa/3.0/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commons.wikimedia.org/wiki/File:Cheeseburger.png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Relationship Id="rId9" Type="http://schemas.openxmlformats.org/officeDocument/2006/relationships/hyperlink" Target="https://freepngimg.com/png/74861-king-hamburger-food-ribs-fries-fast-burger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g"/><Relationship Id="rId13" Type="http://schemas.openxmlformats.org/officeDocument/2006/relationships/hyperlink" Target="https://freepngimg.com/png/74861-king-hamburger-food-ribs-fries-fast-burger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creativecommons.org/licenses/by-sa/3.0/" TargetMode="External"/><Relationship Id="rId12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mmons.wikimedia.org/wiki/File:Cheeseburger.png" TargetMode="External"/><Relationship Id="rId11" Type="http://schemas.openxmlformats.org/officeDocument/2006/relationships/hyperlink" Target="http://fearoftheblackwolf.deviantart.com/art/Can-of-New-Coke-583998513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hyperlink" Target="https://www.pexels.com/ko-kr/photo/172277/" TargetMode="External"/><Relationship Id="rId14" Type="http://schemas.openxmlformats.org/officeDocument/2006/relationships/hyperlink" Target="https://creativecommons.org/licenses/by-nc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74861-king-hamburger-food-ribs-fries-fast-burge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FBF9A85-E60D-4E7A-BCBF-43B0C0B24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70246">
            <a:off x="5165985" y="3828936"/>
            <a:ext cx="2239287" cy="2107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7D0FA1-9386-47ED-9B75-D003770B1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680" y="3587891"/>
            <a:ext cx="1409700" cy="1409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A995A0-10A3-4004-BFC2-F089E8852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79257">
            <a:off x="5178943" y="3587891"/>
            <a:ext cx="1657350" cy="1409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8CA6B9-29A2-44F0-B270-6654022A9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364" y="3908120"/>
            <a:ext cx="1581150" cy="1409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E0F9DC-A965-4AE1-A26B-02B59D2EB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88" y="3651517"/>
            <a:ext cx="1409700" cy="140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79778-5DC0-460A-9AAA-C716FF48FDE7}"/>
              </a:ext>
            </a:extLst>
          </p:cNvPr>
          <p:cNvSpPr txBox="1"/>
          <p:nvPr/>
        </p:nvSpPr>
        <p:spPr>
          <a:xfrm>
            <a:off x="1126435" y="6411159"/>
            <a:ext cx="7958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6" tooltip="https://commons.wikimedia.org/wiki/File:Cheeseburger.pn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7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39398-1783-4C8B-81C3-B4DFD5649E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0" y="3844045"/>
            <a:ext cx="12192000" cy="30139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ACEB5C-AABD-48DD-9EC5-C36CACBF5CBB}"/>
              </a:ext>
            </a:extLst>
          </p:cNvPr>
          <p:cNvSpPr/>
          <p:nvPr/>
        </p:nvSpPr>
        <p:spPr>
          <a:xfrm>
            <a:off x="0" y="0"/>
            <a:ext cx="12191999" cy="3844045"/>
          </a:xfrm>
          <a:prstGeom prst="rect">
            <a:avLst/>
          </a:prstGeom>
          <a:gradFill>
            <a:gsLst>
              <a:gs pos="0">
                <a:srgbClr val="20160E"/>
              </a:gs>
              <a:gs pos="50000">
                <a:srgbClr val="402A18"/>
              </a:gs>
              <a:gs pos="44000">
                <a:srgbClr val="5E4438"/>
              </a:gs>
              <a:gs pos="83000">
                <a:srgbClr val="442E2C"/>
              </a:gs>
              <a:gs pos="100000">
                <a:srgbClr val="423432"/>
              </a:gs>
            </a:gsLst>
            <a:lin ang="54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33F4E-CB60-460A-B55E-3D397E78073F}"/>
              </a:ext>
            </a:extLst>
          </p:cNvPr>
          <p:cNvSpPr txBox="1"/>
          <p:nvPr/>
        </p:nvSpPr>
        <p:spPr>
          <a:xfrm>
            <a:off x="3392558" y="7755391"/>
            <a:ext cx="4956313" cy="23083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6" tooltip="https://commons.wikimedia.org/wiki/File:Cheeseburger.p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Unknown Author is licensed under 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C31199B-933D-4A92-A94B-F42B8D1EF0E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493026" y="2898510"/>
            <a:ext cx="6755375" cy="3322380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4BCACC9-6C3B-41DA-99F1-DAFD4C93D81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7869849" y="2707985"/>
            <a:ext cx="3164668" cy="343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012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079778-5DC0-460A-9AAA-C716FF48FDE7}"/>
              </a:ext>
            </a:extLst>
          </p:cNvPr>
          <p:cNvSpPr txBox="1"/>
          <p:nvPr/>
        </p:nvSpPr>
        <p:spPr>
          <a:xfrm>
            <a:off x="1126435" y="6411159"/>
            <a:ext cx="7958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2" tooltip="https://commons.wikimedia.org/wiki/File:Cheeseburger.pn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3" tooltip="https://creativecommons.org/licenses/by-sa/3.0/"/>
              </a:rPr>
              <a:t>CC BY-SA</a:t>
            </a:r>
            <a:endParaRPr lang="en-IN" sz="9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ACEB5C-AABD-48DD-9EC5-C36CACBF5CBB}"/>
              </a:ext>
            </a:extLst>
          </p:cNvPr>
          <p:cNvSpPr/>
          <p:nvPr/>
        </p:nvSpPr>
        <p:spPr>
          <a:xfrm>
            <a:off x="-175578" y="0"/>
            <a:ext cx="12287535" cy="6858000"/>
          </a:xfrm>
          <a:prstGeom prst="rect">
            <a:avLst/>
          </a:prstGeom>
          <a:gradFill>
            <a:gsLst>
              <a:gs pos="0">
                <a:srgbClr val="20160E"/>
              </a:gs>
              <a:gs pos="69014">
                <a:srgbClr val="402A18"/>
              </a:gs>
              <a:gs pos="46000">
                <a:srgbClr val="5E4438"/>
              </a:gs>
              <a:gs pos="83000">
                <a:srgbClr val="442E2C"/>
              </a:gs>
              <a:gs pos="100000">
                <a:srgbClr val="423432"/>
              </a:gs>
            </a:gsLst>
            <a:lin ang="54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600" b="1" dirty="0">
                <a:ln w="1016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ernard MT Condensed" panose="02050806060905020404" pitchFamily="18" charset="0"/>
              </a:rPr>
              <a:t> </a:t>
            </a:r>
            <a:endParaRPr lang="en-IN" sz="9600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ernard MT Condensed" panose="020508060609050204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33F4E-CB60-460A-B55E-3D397E78073F}"/>
              </a:ext>
            </a:extLst>
          </p:cNvPr>
          <p:cNvSpPr txBox="1"/>
          <p:nvPr/>
        </p:nvSpPr>
        <p:spPr>
          <a:xfrm>
            <a:off x="3392558" y="7755391"/>
            <a:ext cx="4956313" cy="23083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2" tooltip="https://commons.wikimedia.org/wiki/File:Cheeseburger.p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Unknown Author is licensed under 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3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D3EBE3-2822-4ABF-BE86-D1242F36FF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0195">
            <a:off x="1266698" y="2549667"/>
            <a:ext cx="1652604" cy="14734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C0FFCDD-7D65-46A9-9452-91FCCEE3F4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71604">
            <a:off x="9170846" y="3199961"/>
            <a:ext cx="1563266" cy="139375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07E1060-1A6B-428E-A140-604B7BD89D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202" y="4214266"/>
            <a:ext cx="1989617" cy="198961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DA4B6D6B-497B-40EE-9773-275D9212E4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819345">
            <a:off x="7367792" y="1346694"/>
            <a:ext cx="1845204" cy="18452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3BC0CB-C118-4DC0-B9D8-9A313D9333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79257">
            <a:off x="1815501" y="914428"/>
            <a:ext cx="1657350" cy="14097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A01AE81-8A53-4B2F-85E3-F6CB83D225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79257">
            <a:off x="8068419" y="4898934"/>
            <a:ext cx="1569472" cy="13349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E423D6-E283-4603-990D-7CB5EE5DAA8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70246">
            <a:off x="9254645" y="1410465"/>
            <a:ext cx="1513076" cy="142407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3023C7C-349B-43AA-BFF0-F8E71BE2D9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101569">
            <a:off x="4485842" y="5083780"/>
            <a:ext cx="1783910" cy="177361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F19A785-478B-4AA5-9D20-8139064587F0}"/>
              </a:ext>
            </a:extLst>
          </p:cNvPr>
          <p:cNvSpPr txBox="1"/>
          <p:nvPr/>
        </p:nvSpPr>
        <p:spPr>
          <a:xfrm>
            <a:off x="3605916" y="1159575"/>
            <a:ext cx="892547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ln w="10160">
                  <a:solidFill>
                    <a:schemeClr val="bg1"/>
                  </a:solidFill>
                  <a:prstDash val="solid"/>
                </a:ln>
                <a:noFill/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Lucida Calligraphy" panose="03010101010101010101" pitchFamily="66" charset="0"/>
              </a:rPr>
              <a:t>FRESH</a:t>
            </a:r>
            <a:endParaRPr lang="en-IN" sz="8800" b="1" dirty="0">
              <a:ln w="10160">
                <a:solidFill>
                  <a:schemeClr val="bg1"/>
                </a:solidFill>
                <a:prstDash val="solid"/>
              </a:ln>
              <a:noFill/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Lucida Calligraphy" panose="03010101010101010101" pitchFamily="66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B9F1197-785E-4734-BBF9-8733D3939315}"/>
              </a:ext>
            </a:extLst>
          </p:cNvPr>
          <p:cNvSpPr txBox="1"/>
          <p:nvPr/>
        </p:nvSpPr>
        <p:spPr>
          <a:xfrm>
            <a:off x="1925198" y="5087257"/>
            <a:ext cx="80859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n>
                  <a:solidFill>
                    <a:schemeClr val="bg1"/>
                  </a:solidFill>
                </a:ln>
                <a:noFill/>
                <a:latin typeface="Bernard MT Condensed" panose="02050806060905020404" pitchFamily="18" charset="0"/>
              </a:rPr>
              <a:t>BURGER</a:t>
            </a:r>
            <a:endParaRPr lang="en-IN" sz="9600" dirty="0">
              <a:ln>
                <a:solidFill>
                  <a:schemeClr val="bg1"/>
                </a:solidFill>
              </a:ln>
              <a:noFill/>
              <a:latin typeface="Bernard MT Condensed" panose="02050806060905020404" pitchFamily="18" charset="0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AB56746-CF26-49FB-9C05-0F9AA436AA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2344631" y="2024196"/>
            <a:ext cx="7049403" cy="3466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9595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FBF9A85-E60D-4E7A-BCBF-43B0C0B24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170246">
            <a:off x="5165985" y="3828936"/>
            <a:ext cx="2239287" cy="21075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E7D0FA1-9386-47ED-9B75-D003770B13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1680" y="3587891"/>
            <a:ext cx="1409700" cy="14097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FA995A0-10A3-4004-BFC2-F089E88526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079257">
            <a:off x="5178943" y="3587891"/>
            <a:ext cx="1657350" cy="1409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8CA6B9-29A2-44F0-B270-6654022A93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364" y="3908120"/>
            <a:ext cx="1581150" cy="14097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E0F9DC-A965-4AE1-A26B-02B59D2EB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788" y="3651517"/>
            <a:ext cx="1409700" cy="14097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079778-5DC0-460A-9AAA-C716FF48FDE7}"/>
              </a:ext>
            </a:extLst>
          </p:cNvPr>
          <p:cNvSpPr txBox="1"/>
          <p:nvPr/>
        </p:nvSpPr>
        <p:spPr>
          <a:xfrm>
            <a:off x="1126435" y="6411159"/>
            <a:ext cx="79586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6" tooltip="https://commons.wikimedia.org/wiki/File:Cheeseburger.png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7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F39398-1783-4C8B-81C3-B4DFD5649E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0" y="3844045"/>
            <a:ext cx="12192000" cy="301395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4ACEB5C-AABD-48DD-9EC5-C36CACBF5CBB}"/>
              </a:ext>
            </a:extLst>
          </p:cNvPr>
          <p:cNvSpPr/>
          <p:nvPr/>
        </p:nvSpPr>
        <p:spPr>
          <a:xfrm>
            <a:off x="0" y="0"/>
            <a:ext cx="12191999" cy="3844045"/>
          </a:xfrm>
          <a:prstGeom prst="rect">
            <a:avLst/>
          </a:prstGeom>
          <a:gradFill>
            <a:gsLst>
              <a:gs pos="0">
                <a:srgbClr val="20160E"/>
              </a:gs>
              <a:gs pos="50000">
                <a:srgbClr val="402A18"/>
              </a:gs>
              <a:gs pos="44000">
                <a:srgbClr val="5E4438"/>
              </a:gs>
              <a:gs pos="83000">
                <a:srgbClr val="442E2C"/>
              </a:gs>
              <a:gs pos="100000">
                <a:srgbClr val="423432"/>
              </a:gs>
            </a:gsLst>
            <a:lin ang="5400000" scaled="1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33F4E-CB60-460A-B55E-3D397E78073F}"/>
              </a:ext>
            </a:extLst>
          </p:cNvPr>
          <p:cNvSpPr txBox="1"/>
          <p:nvPr/>
        </p:nvSpPr>
        <p:spPr>
          <a:xfrm>
            <a:off x="3392558" y="7755391"/>
            <a:ext cx="4956313" cy="230832"/>
          </a:xfrm>
          <a:prstGeom prst="rect">
            <a:avLst/>
          </a:prstGeom>
          <a:noFill/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6" tooltip="https://commons.wikimedia.org/wiki/File:Cheeseburger.p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by Unknown Author is licensed under </a:t>
            </a:r>
            <a:r>
              <a:rPr lang="en-IN" sz="9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linkClick r:id="rId7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N" sz="9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A994C4-60C6-4150-A4F1-D64747F40F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7869849" y="2475418"/>
            <a:ext cx="3164668" cy="3439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B6434D-99D8-41E7-9EF4-295FB5A97834}"/>
              </a:ext>
            </a:extLst>
          </p:cNvPr>
          <p:cNvSpPr txBox="1"/>
          <p:nvPr/>
        </p:nvSpPr>
        <p:spPr>
          <a:xfrm>
            <a:off x="7175638" y="7150074"/>
            <a:ext cx="63096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1" tooltip="http://fearoftheblackwolf.deviantart.com/art/Can-of-New-Coke-583998513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7" tooltip="https://creativecommons.org/licenses/by-sa/3.0/"/>
              </a:rPr>
              <a:t>CC BY-SA</a:t>
            </a:r>
            <a:endParaRPr lang="en-IN" sz="9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639512-4C85-484F-9860-56FD41104C4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2493026" y="2898510"/>
            <a:ext cx="6755375" cy="3322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ED8586B-0A13-445F-A4A2-43A76ECCA641}"/>
              </a:ext>
            </a:extLst>
          </p:cNvPr>
          <p:cNvSpPr txBox="1"/>
          <p:nvPr/>
        </p:nvSpPr>
        <p:spPr>
          <a:xfrm>
            <a:off x="-1692640" y="7008173"/>
            <a:ext cx="871798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13" tooltip="https://freepngimg.com/png/74861-king-hamburger-food-ribs-fries-fast-burger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14" tooltip="https://creativecommons.org/licenses/by-nc/3.0/"/>
              </a:rPr>
              <a:t>CC BY-NC</a:t>
            </a:r>
            <a:endParaRPr lang="en-IN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D23D11-6739-42D9-AD14-B208F9975C2E}"/>
              </a:ext>
            </a:extLst>
          </p:cNvPr>
          <p:cNvSpPr txBox="1"/>
          <p:nvPr/>
        </p:nvSpPr>
        <p:spPr>
          <a:xfrm>
            <a:off x="750627" y="942858"/>
            <a:ext cx="8802806" cy="14465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sz="4400" b="1" dirty="0">
                <a:ln/>
                <a:gradFill flip="none" rotWithShape="1">
                  <a:gsLst>
                    <a:gs pos="0">
                      <a:schemeClr val="accent4">
                        <a:shade val="30000"/>
                        <a:satMod val="115000"/>
                      </a:schemeClr>
                    </a:gs>
                    <a:gs pos="50000">
                      <a:schemeClr val="accent4">
                        <a:shade val="67500"/>
                        <a:satMod val="115000"/>
                      </a:schemeClr>
                    </a:gs>
                    <a:gs pos="100000">
                      <a:schemeClr val="accent4">
                        <a:shade val="100000"/>
                        <a:satMod val="115000"/>
                      </a:scheme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atin typeface="Lucida Calligraphy" panose="03010101010101010101" pitchFamily="66" charset="0"/>
              </a:rPr>
              <a:t>BEST BURGER IN THE TOWN</a:t>
            </a:r>
            <a:endParaRPr lang="en-IN" sz="4400" b="1" dirty="0">
              <a:ln/>
              <a:gradFill flip="none" rotWithShape="1">
                <a:gsLst>
                  <a:gs pos="0">
                    <a:schemeClr val="accent4">
                      <a:shade val="30000"/>
                      <a:satMod val="115000"/>
                    </a:schemeClr>
                  </a:gs>
                  <a:gs pos="50000">
                    <a:schemeClr val="accent4">
                      <a:shade val="67500"/>
                      <a:satMod val="115000"/>
                    </a:schemeClr>
                  </a:gs>
                  <a:gs pos="100000">
                    <a:schemeClr val="accent4">
                      <a:shade val="100000"/>
                      <a:satMod val="115000"/>
                    </a:schemeClr>
                  </a:gs>
                </a:gsLst>
                <a:path path="circle">
                  <a:fillToRect l="50000" t="50000" r="50000" b="50000"/>
                </a:path>
                <a:tileRect/>
              </a:gradFill>
              <a:latin typeface="Lucida Calligraphy" panose="030101010101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53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2000">
        <p159:morph option="byObject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68CF5B7-30F7-4725-870A-8941A59C524C}"/>
              </a:ext>
            </a:extLst>
          </p:cNvPr>
          <p:cNvSpPr/>
          <p:nvPr/>
        </p:nvSpPr>
        <p:spPr>
          <a:xfrm>
            <a:off x="18197" y="-163774"/>
            <a:ext cx="12192000" cy="7021773"/>
          </a:xfrm>
          <a:prstGeom prst="rect">
            <a:avLst/>
          </a:prstGeom>
          <a:gradFill flip="none" rotWithShape="1">
            <a:gsLst>
              <a:gs pos="0">
                <a:srgbClr val="FF0000"/>
              </a:gs>
              <a:gs pos="50000">
                <a:srgbClr val="EE5050"/>
              </a:gs>
              <a:gs pos="44000">
                <a:srgbClr val="E42025"/>
              </a:gs>
              <a:gs pos="83000">
                <a:srgbClr val="EB798C"/>
              </a:gs>
              <a:gs pos="100000">
                <a:srgbClr val="E42025"/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62A0E4F7-04B5-492A-92BC-8A4EBEABC566}"/>
              </a:ext>
            </a:extLst>
          </p:cNvPr>
          <p:cNvSpPr/>
          <p:nvPr/>
        </p:nvSpPr>
        <p:spPr>
          <a:xfrm rot="16200000">
            <a:off x="6516168" y="1000198"/>
            <a:ext cx="4150709" cy="7237349"/>
          </a:xfrm>
          <a:prstGeom prst="rtTriangle">
            <a:avLst/>
          </a:prstGeom>
          <a:solidFill>
            <a:srgbClr val="B3111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91DF5A-5C46-40F7-B421-3C1201BC3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408819" y="2912158"/>
            <a:ext cx="6755375" cy="33223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EAF05C-B43E-4365-940E-8715F599CC31}"/>
              </a:ext>
            </a:extLst>
          </p:cNvPr>
          <p:cNvSpPr txBox="1"/>
          <p:nvPr/>
        </p:nvSpPr>
        <p:spPr>
          <a:xfrm rot="20261716">
            <a:off x="887104" y="771155"/>
            <a:ext cx="584124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ln w="0"/>
                <a:solidFill>
                  <a:srgbClr val="423432"/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SPECIAL </a:t>
            </a:r>
            <a:endParaRPr lang="en-IN" sz="8800" dirty="0">
              <a:ln w="0"/>
              <a:solidFill>
                <a:srgbClr val="423432"/>
              </a:solidFill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C20E4F-78FC-4BBB-AF02-722425ED07D8}"/>
              </a:ext>
            </a:extLst>
          </p:cNvPr>
          <p:cNvCxnSpPr>
            <a:cxnSpLocks/>
          </p:cNvCxnSpPr>
          <p:nvPr/>
        </p:nvCxnSpPr>
        <p:spPr>
          <a:xfrm flipV="1">
            <a:off x="5656997" y="202253"/>
            <a:ext cx="2060912" cy="811843"/>
          </a:xfrm>
          <a:prstGeom prst="line">
            <a:avLst/>
          </a:prstGeom>
          <a:ln w="2286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AD414C0-5EC7-450F-8FD1-39A4DDFAB09D}"/>
              </a:ext>
            </a:extLst>
          </p:cNvPr>
          <p:cNvSpPr txBox="1"/>
          <p:nvPr/>
        </p:nvSpPr>
        <p:spPr>
          <a:xfrm rot="20208865">
            <a:off x="-158439" y="1932027"/>
            <a:ext cx="11575070" cy="1569660"/>
          </a:xfrm>
          <a:custGeom>
            <a:avLst/>
            <a:gdLst>
              <a:gd name="connsiteX0" fmla="*/ 0 w 11575070"/>
              <a:gd name="connsiteY0" fmla="*/ 0 h 1569660"/>
              <a:gd name="connsiteX1" fmla="*/ 11575070 w 11575070"/>
              <a:gd name="connsiteY1" fmla="*/ 0 h 1569660"/>
              <a:gd name="connsiteX2" fmla="*/ 11575070 w 11575070"/>
              <a:gd name="connsiteY2" fmla="*/ 1569660 h 1569660"/>
              <a:gd name="connsiteX3" fmla="*/ 0 w 11575070"/>
              <a:gd name="connsiteY3" fmla="*/ 1569660 h 1569660"/>
              <a:gd name="connsiteX4" fmla="*/ 0 w 11575070"/>
              <a:gd name="connsiteY4" fmla="*/ 0 h 1569660"/>
              <a:gd name="connsiteX0" fmla="*/ 0 w 11575070"/>
              <a:gd name="connsiteY0" fmla="*/ 0 h 1569660"/>
              <a:gd name="connsiteX1" fmla="*/ 11552476 w 11575070"/>
              <a:gd name="connsiteY1" fmla="*/ 120071 h 1569660"/>
              <a:gd name="connsiteX2" fmla="*/ 11575070 w 11575070"/>
              <a:gd name="connsiteY2" fmla="*/ 1569660 h 1569660"/>
              <a:gd name="connsiteX3" fmla="*/ 0 w 11575070"/>
              <a:gd name="connsiteY3" fmla="*/ 1569660 h 1569660"/>
              <a:gd name="connsiteX4" fmla="*/ 0 w 11575070"/>
              <a:gd name="connsiteY4" fmla="*/ 0 h 156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75070" h="1569660">
                <a:moveTo>
                  <a:pt x="0" y="0"/>
                </a:moveTo>
                <a:lnTo>
                  <a:pt x="11552476" y="120071"/>
                </a:lnTo>
                <a:lnTo>
                  <a:pt x="11575070" y="1569660"/>
                </a:lnTo>
                <a:lnTo>
                  <a:pt x="0" y="156966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  <a:scene3d>
            <a:camera prst="perspectiveHeroicExtremeLeftFacing"/>
            <a:lightRig rig="threePt" dir="t"/>
          </a:scene3d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ln>
                  <a:solidFill>
                    <a:schemeClr val="tx1">
                      <a:lumMod val="65000"/>
                      <a:lumOff val="35000"/>
                    </a:schemeClr>
                  </a:solidFill>
                </a:ln>
                <a:noFill/>
                <a:latin typeface="Arial Black" panose="020B0A04020102020204" pitchFamily="34" charset="0"/>
              </a:rPr>
              <a:t>OFFER</a:t>
            </a:r>
            <a:endParaRPr lang="en-IN" sz="9600" dirty="0"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  <a:noFill/>
              <a:latin typeface="Arial Black" panose="020B0A040201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6FA4C0-1811-437A-B576-6FEC3F1BDF3D}"/>
              </a:ext>
            </a:extLst>
          </p:cNvPr>
          <p:cNvSpPr txBox="1"/>
          <p:nvPr/>
        </p:nvSpPr>
        <p:spPr>
          <a:xfrm rot="21402169">
            <a:off x="1351919" y="4301605"/>
            <a:ext cx="3463052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r>
              <a:rPr lang="en-US" sz="4800" b="1" dirty="0">
                <a:ln/>
                <a:solidFill>
                  <a:schemeClr val="accent3"/>
                </a:solidFill>
                <a:effectLst>
                  <a:outerShdw blurRad="50800" dist="38100" dir="13500000" algn="br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100/- ONLY</a:t>
            </a:r>
            <a:endParaRPr lang="en-IN" sz="4800" b="1" dirty="0">
              <a:ln/>
              <a:solidFill>
                <a:schemeClr val="accent3"/>
              </a:solidFill>
              <a:effectLst>
                <a:outerShdw blurRad="50800" dist="38100" dir="13500000" algn="br" rotWithShape="0">
                  <a:prstClr val="black">
                    <a:alpha val="40000"/>
                  </a:prstClr>
                </a:outerShdw>
              </a:effectLst>
              <a:latin typeface="Bernard MT Condensed" panose="02050806060905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3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 advClick="0" advTm="2000">
        <p14:reveal/>
      </p:transition>
    </mc:Choice>
    <mc:Fallback xmlns="">
      <p:transition spd="slow" advClick="0" advTm="200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93</Words>
  <Application>Microsoft Office PowerPoint</Application>
  <PresentationFormat>Widescreen</PresentationFormat>
  <Paragraphs>15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Black</vt:lpstr>
      <vt:lpstr>Bernard MT Condensed</vt:lpstr>
      <vt:lpstr>Calibri</vt:lpstr>
      <vt:lpstr>Calibri Light</vt:lpstr>
      <vt:lpstr>Lucida Calligraphy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</dc:title>
  <dc:creator>Administrator</dc:creator>
  <cp:keywords>Maaya</cp:keywords>
  <cp:lastModifiedBy>MAAYA-18</cp:lastModifiedBy>
  <cp:revision>20</cp:revision>
  <dcterms:created xsi:type="dcterms:W3CDTF">2026-04-09T05:23:10Z</dcterms:created>
  <dcterms:modified xsi:type="dcterms:W3CDTF">2026-05-02T17:17:58Z</dcterms:modified>
</cp:coreProperties>
</file>