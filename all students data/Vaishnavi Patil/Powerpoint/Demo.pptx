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1AF"/>
    <a:srgbClr val="109EC0"/>
    <a:srgbClr val="E6AA02"/>
    <a:srgbClr val="741A69"/>
    <a:srgbClr val="6B0148"/>
    <a:srgbClr val="A2026D"/>
    <a:srgbClr val="370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83DA-C285-4DBE-93BE-8F5D5AD87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F3CFA-B68D-4AAB-B878-CFDBF8CC9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AA8C-204D-4983-9ADF-2F4905E04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37AFC-1270-4F88-AEAA-6C10CAA5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04148-E25F-42D3-A43E-79B83D16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60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C81E-41A4-4EC6-8F8B-869DE557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37DE-2697-47C0-AA1D-54262EAF1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BFCF-896D-4E32-874E-B40C2AA8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7551-6C5C-4EF5-8178-6CF39C9A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9CCC-E26A-4033-8642-CA2E7F93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9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0DBA-296F-4191-B81A-7452AAFE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837C9-5329-4150-8AE6-0797B1C0C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251CE-B0AC-47B9-8B13-5D4B4208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4B9C2-318E-4DB1-A2CF-E1BBC365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A228A-995D-4DD6-B661-0AFC1CFE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C844-3629-48FC-A0FF-D9CF36C8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8411-9019-4FFE-BF16-B917A91E1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35F53-5735-4C06-AE9E-E3B5FEFA2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428F4-A3AA-4498-ADFC-51BF26C6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6F771-3AE6-4A96-A055-617E711B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25173-8EC5-45F6-A8C2-3C97F90F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95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5837-5AD8-4082-B9CD-C850488B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FE82D-C70A-46AD-AA07-2071A008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DD40-E147-4FEB-91D1-F0644A41C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03D28-4495-45F3-A928-1937054AC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54869-4749-489F-9D24-DD7FB6BD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6D3B2-AFDC-477A-8EB2-893AF8AB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6D59C0-9B79-4C17-9A1E-E0AE24B6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F79C4-5281-4261-872F-DCD2E628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53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1AB3-3411-4E08-BF4E-E66001C4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500B3-A9A9-4999-953A-1938B9AD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1B158-381D-435A-8390-90AD2DDE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FEA86-B296-40E7-9AAB-D901ABB4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24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2988F-DFBF-4BDC-A179-EEE00F48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9D413-6BFF-4A41-A8D6-D7972758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AB8D4-EE8E-4DBA-BA44-8B466424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1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DB63-9EA6-425B-87D5-31BB9FA8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6CE0-5DD8-4086-B3B1-82FA696F6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B0593-E574-4F49-BB98-A780276AA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37870-B84F-4CB3-BEF8-BEAD0ED3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2267C-4308-45BB-8CDB-CA300272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E1604-999A-4231-8307-56FA0A16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96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2937-0C62-4516-9514-038885D9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A2E15-96E3-4733-815B-3D9F296B2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2B277-CBDF-4B44-9CF0-C6EDDE0E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7F68C-5F00-44B9-A416-9CA232E7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27EEE-661C-44F1-885F-F5549561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4618E-C68A-4E28-A99D-B2316F1B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50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A4C4-17F3-4138-87F4-01B1C4A1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C1B50-0FCB-4CDE-B53A-49ADBED4D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11E63-653A-4AD0-A6E5-C3B185F4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C768A-8F43-43AE-BB57-7A9BC0DB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1D94F-6C08-48FF-8764-519660E1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5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296B7-02DC-415F-B382-511A9E16B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59574-A675-4060-959E-4D9A541BA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6D481-3FC0-4070-8783-4816E529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52448-59EE-412B-B1B2-23F69D0B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1ABE0-8100-467F-8C13-5B301C04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3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B29DD-FA0F-4240-9D4B-5FE0AC21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FDB91-5CC9-45FB-9756-22A9435F3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46E75-677B-493D-AC03-AE7F2CF74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DDF33-BEC8-479C-97AA-43825EDBED59}" type="datetimeFigureOut">
              <a:rPr lang="en-IN" smtClean="0"/>
              <a:t>11/Apr/2026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8F203-86F6-410A-B051-ABD9BA14D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786C7-2139-470C-80FF-406F43783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7F2CF-6588-41A5-BD43-8FA629204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2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microsoft.com/office/2007/relationships/hdphoto" Target="../media/hdphoto3.wdp"/><Relationship Id="rId7" Type="http://schemas.openxmlformats.org/officeDocument/2006/relationships/image" Target="../media/image5.png"/><Relationship Id="rId12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ublicdomainpictures.net/view-image.php?image=128584&amp;picture=" TargetMode="External"/><Relationship Id="rId11" Type="http://schemas.openxmlformats.org/officeDocument/2006/relationships/image" Target="../media/image2.png"/><Relationship Id="rId5" Type="http://schemas.microsoft.com/office/2007/relationships/hdphoto" Target="../media/hdphoto4.wdp"/><Relationship Id="rId10" Type="http://schemas.microsoft.com/office/2007/relationships/hdphoto" Target="../media/hdphoto6.wdp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AD0407F-C7FB-4D31-AD5B-DB9DFC10E531}"/>
              </a:ext>
            </a:extLst>
          </p:cNvPr>
          <p:cNvSpPr/>
          <p:nvPr/>
        </p:nvSpPr>
        <p:spPr>
          <a:xfrm>
            <a:off x="0" y="0"/>
            <a:ext cx="12192000" cy="7792278"/>
          </a:xfrm>
          <a:prstGeom prst="rect">
            <a:avLst/>
          </a:prstGeom>
          <a:gradFill>
            <a:gsLst>
              <a:gs pos="0">
                <a:srgbClr val="370337"/>
              </a:gs>
              <a:gs pos="53000">
                <a:srgbClr val="741A69"/>
              </a:gs>
              <a:gs pos="100000">
                <a:srgbClr val="37033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EFFAEF-20ED-4ED7-88C9-2632FBA07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0000" l="1132" r="99623">
                        <a14:foregroundMark x1="2264" y1="5789" x2="3774" y2="65789"/>
                        <a14:foregroundMark x1="3774" y1="65789" x2="21509" y2="82632"/>
                        <a14:foregroundMark x1="21509" y1="82632" x2="83019" y2="85263"/>
                        <a14:foregroundMark x1="83019" y1="85263" x2="93208" y2="60000"/>
                        <a14:foregroundMark x1="93208" y1="60000" x2="90566" y2="526"/>
                        <a14:foregroundMark x1="90566" y1="526" x2="4151" y2="4737"/>
                        <a14:foregroundMark x1="4151" y1="32105" x2="4151" y2="65789"/>
                        <a14:foregroundMark x1="4151" y1="65789" x2="12453" y2="88947"/>
                        <a14:foregroundMark x1="97736" y1="10000" x2="99623" y2="68421"/>
                        <a14:foregroundMark x1="99623" y1="68421" x2="86792" y2="83684"/>
                        <a14:foregroundMark x1="3774" y1="87368" x2="1132" y2="21579"/>
                        <a14:foregroundMark x1="7925" y1="76316" x2="7925" y2="763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412" y="4315327"/>
            <a:ext cx="13266823" cy="4344403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E5D0F3-DB39-44E0-9D09-F70AF18D4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5778" r="89778">
                        <a14:foregroundMark x1="5778" y1="44444" x2="15556" y2="48000"/>
                        <a14:foregroundMark x1="89242" y1="46911" x2="89333" y2="48000"/>
                        <a14:foregroundMark x1="89148" y1="45778" x2="89163" y2="45954"/>
                        <a14:foregroundMark x1="88889" y1="42667" x2="89000" y2="44000"/>
                        <a14:backgroundMark x1="89778" y1="47556" x2="89778" y2="46667"/>
                        <a14:backgroundMark x1="88444" y1="48444" x2="89333" y2="46667"/>
                        <a14:backgroundMark x1="92889" y1="44000" x2="92889" y2="45778"/>
                        <a14:backgroundMark x1="89333" y1="46222" x2="88889" y2="46222"/>
                        <a14:backgroundMark x1="89333" y1="48000" x2="89333" y2="4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233" y="1291390"/>
            <a:ext cx="7042484" cy="60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97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AD0407F-C7FB-4D31-AD5B-DB9DFC10E531}"/>
              </a:ext>
            </a:extLst>
          </p:cNvPr>
          <p:cNvSpPr/>
          <p:nvPr/>
        </p:nvSpPr>
        <p:spPr>
          <a:xfrm>
            <a:off x="0" y="0"/>
            <a:ext cx="12232368" cy="7892565"/>
          </a:xfrm>
          <a:prstGeom prst="rect">
            <a:avLst/>
          </a:prstGeom>
          <a:gradFill>
            <a:gsLst>
              <a:gs pos="0">
                <a:srgbClr val="370337"/>
              </a:gs>
              <a:gs pos="53000">
                <a:srgbClr val="741A69"/>
              </a:gs>
              <a:gs pos="100000">
                <a:srgbClr val="37033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2" descr="Cabbage Leaf Against White Background Stock Photo 102037813 | Shutterstock">
            <a:extLst>
              <a:ext uri="{FF2B5EF4-FFF2-40B4-BE49-F238E27FC236}">
                <a16:creationId xmlns:a16="http://schemas.microsoft.com/office/drawing/2014/main" id="{5D0BD568-E6FB-478C-BA44-067B9C4F3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91432">
            <a:off x="7365428" y="-245978"/>
            <a:ext cx="2815320" cy="2778992"/>
          </a:xfrm>
          <a:prstGeom prst="rect">
            <a:avLst/>
          </a:prstGeom>
          <a:noFill/>
          <a:ln w="34925">
            <a:noFill/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48FD6F-81D4-4EF4-95E1-86A7E9A90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25566" y="4910483"/>
            <a:ext cx="3314874" cy="3217633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9A77CB-23AC-425E-A7AC-B636C41E0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10800000">
            <a:off x="9098261" y="1659266"/>
            <a:ext cx="2379330" cy="2108404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62AD76-1DC0-427C-9B7A-2FA9403827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3751">
            <a:off x="358358" y="2807910"/>
            <a:ext cx="2143125" cy="214312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D92C0F-E197-4405-9897-7686A896D6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63954">
            <a:off x="7798333" y="5404987"/>
            <a:ext cx="2143125" cy="2143125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18013D-6FA8-473A-BAA9-71BC9C1CEC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45883">
            <a:off x="3163856" y="419368"/>
            <a:ext cx="1460187" cy="165234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97A87E-EB2D-4CFA-82A8-0F797CD5AA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712" y="379215"/>
            <a:ext cx="3314874" cy="19657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5CC185-A44F-469E-BAD7-127365C677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51543">
            <a:off x="8701028" y="3481078"/>
            <a:ext cx="3314874" cy="19657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399C55B-3523-414A-8105-18B2627D96A9}"/>
              </a:ext>
            </a:extLst>
          </p:cNvPr>
          <p:cNvSpPr txBox="1"/>
          <p:nvPr/>
        </p:nvSpPr>
        <p:spPr>
          <a:xfrm>
            <a:off x="714409" y="1103867"/>
            <a:ext cx="797165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600" i="1" dirty="0">
                <a:latin typeface="Bernard MT Condensed" panose="02050806060905020404" pitchFamily="18" charset="0"/>
              </a:rPr>
              <a:t>          </a:t>
            </a:r>
            <a:r>
              <a:rPr lang="en-US" sz="9600" b="1" i="1" dirty="0">
                <a:ln>
                  <a:solidFill>
                    <a:schemeClr val="bg1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FRESH</a:t>
            </a:r>
            <a:r>
              <a:rPr lang="en-US" sz="9600" i="1" dirty="0">
                <a:latin typeface="Bernard MT Condensed" panose="02050806060905020404" pitchFamily="18" charset="0"/>
              </a:rPr>
              <a:t>  </a:t>
            </a:r>
            <a:endParaRPr lang="en-IN" sz="9600" i="1" dirty="0">
              <a:latin typeface="Bodoni MT" panose="020706030806060202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757472-7B6E-4DFE-AFBA-14644F9C4F14}"/>
              </a:ext>
            </a:extLst>
          </p:cNvPr>
          <p:cNvSpPr txBox="1"/>
          <p:nvPr/>
        </p:nvSpPr>
        <p:spPr>
          <a:xfrm>
            <a:off x="3314874" y="5395470"/>
            <a:ext cx="5893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i="1" dirty="0">
                <a:ln>
                  <a:solidFill>
                    <a:schemeClr val="bg1"/>
                  </a:solidFill>
                </a:ln>
                <a:latin typeface="Algerian" panose="04020705040A02060702" pitchFamily="82" charset="0"/>
              </a:rPr>
              <a:t>BURGER</a:t>
            </a:r>
            <a:endParaRPr lang="en-IN" sz="9600" i="1" dirty="0">
              <a:ln>
                <a:solidFill>
                  <a:schemeClr val="bg1"/>
                </a:solidFill>
              </a:ln>
              <a:latin typeface="Algerian" panose="04020705040A02060702" pitchFamily="8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4794EB-2DA4-45E0-AEC1-7EED55CF76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78" b="89778" l="5778" r="89778">
                        <a14:foregroundMark x1="5778" y1="44444" x2="15556" y2="48000"/>
                        <a14:foregroundMark x1="89242" y1="46911" x2="89333" y2="48000"/>
                        <a14:foregroundMark x1="89148" y1="45778" x2="89163" y2="45954"/>
                        <a14:foregroundMark x1="88889" y1="42667" x2="89000" y2="44000"/>
                        <a14:backgroundMark x1="89778" y1="47556" x2="89778" y2="46667"/>
                        <a14:backgroundMark x1="88444" y1="48444" x2="89333" y2="46667"/>
                        <a14:backgroundMark x1="92889" y1="44000" x2="92889" y2="45778"/>
                        <a14:backgroundMark x1="89333" y1="46222" x2="88889" y2="46222"/>
                        <a14:backgroundMark x1="89333" y1="48000" x2="89333" y2="4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874" y="1459979"/>
            <a:ext cx="5371185" cy="508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2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0">
        <p159:morph option="byObject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AD0407F-C7FB-4D31-AD5B-DB9DFC10E531}"/>
              </a:ext>
            </a:extLst>
          </p:cNvPr>
          <p:cNvSpPr/>
          <p:nvPr/>
        </p:nvSpPr>
        <p:spPr>
          <a:xfrm>
            <a:off x="0" y="0"/>
            <a:ext cx="12192000" cy="7792278"/>
          </a:xfrm>
          <a:prstGeom prst="rect">
            <a:avLst/>
          </a:prstGeom>
          <a:gradFill>
            <a:gsLst>
              <a:gs pos="0">
                <a:srgbClr val="370337"/>
              </a:gs>
              <a:gs pos="53000">
                <a:srgbClr val="741A69"/>
              </a:gs>
              <a:gs pos="100000">
                <a:srgbClr val="37033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EFFAEF-20ED-4ED7-88C9-2632FBA07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0000" l="1132" r="99623">
                        <a14:foregroundMark x1="2264" y1="5789" x2="3774" y2="65789"/>
                        <a14:foregroundMark x1="3774" y1="65789" x2="21509" y2="82632"/>
                        <a14:foregroundMark x1="21509" y1="82632" x2="83019" y2="85263"/>
                        <a14:foregroundMark x1="83019" y1="85263" x2="93208" y2="60000"/>
                        <a14:foregroundMark x1="93208" y1="60000" x2="90566" y2="526"/>
                        <a14:foregroundMark x1="90566" y1="526" x2="4151" y2="4737"/>
                        <a14:foregroundMark x1="4151" y1="32105" x2="4151" y2="65789"/>
                        <a14:foregroundMark x1="4151" y1="65789" x2="12453" y2="88947"/>
                        <a14:foregroundMark x1="97736" y1="10000" x2="99623" y2="68421"/>
                        <a14:foregroundMark x1="99623" y1="68421" x2="86792" y2="83684"/>
                        <a14:foregroundMark x1="3774" y1="87368" x2="1132" y2="21579"/>
                        <a14:foregroundMark x1="7925" y1="76316" x2="7925" y2="763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412" y="4315327"/>
            <a:ext cx="13266823" cy="4344403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E5D0F3-DB39-44E0-9D09-F70AF18D4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5778" r="89778">
                        <a14:foregroundMark x1="5778" y1="44444" x2="15556" y2="48000"/>
                        <a14:foregroundMark x1="89242" y1="46911" x2="89333" y2="48000"/>
                        <a14:foregroundMark x1="89148" y1="45778" x2="89163" y2="45954"/>
                        <a14:foregroundMark x1="88889" y1="42667" x2="89000" y2="44000"/>
                        <a14:backgroundMark x1="89778" y1="47556" x2="89778" y2="46667"/>
                        <a14:backgroundMark x1="88444" y1="48444" x2="89333" y2="46667"/>
                        <a14:backgroundMark x1="92889" y1="44000" x2="92889" y2="45778"/>
                        <a14:backgroundMark x1="89333" y1="46222" x2="88889" y2="46222"/>
                        <a14:backgroundMark x1="89333" y1="48000" x2="89333" y2="4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242" y="1828800"/>
            <a:ext cx="6224338" cy="52618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00FE04-E1EB-4BA4-B5CC-C75572BDA367}"/>
              </a:ext>
            </a:extLst>
          </p:cNvPr>
          <p:cNvSpPr txBox="1"/>
          <p:nvPr/>
        </p:nvSpPr>
        <p:spPr>
          <a:xfrm>
            <a:off x="733928" y="222584"/>
            <a:ext cx="56147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60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  <a:latin typeface="Bodoni MT" panose="02070603080606020203" pitchFamily="18" charset="0"/>
              </a:rPr>
              <a:t>Feeling</a:t>
            </a:r>
            <a:endParaRPr lang="en-IN" sz="6000" dirty="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33121-ABC7-46D8-A69E-3256190067B0}"/>
              </a:ext>
            </a:extLst>
          </p:cNvPr>
          <p:cNvSpPr txBox="1"/>
          <p:nvPr/>
        </p:nvSpPr>
        <p:spPr>
          <a:xfrm>
            <a:off x="1896980" y="1117975"/>
            <a:ext cx="4840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n>
                  <a:solidFill>
                    <a:schemeClr val="accent2"/>
                  </a:solidFill>
                </a:ln>
                <a:solidFill>
                  <a:schemeClr val="bg1"/>
                </a:solidFill>
                <a:latin typeface="Bodoni Bk BT" panose="02070603070706020303" pitchFamily="18" charset="0"/>
              </a:rPr>
              <a:t>HUNGRY?</a:t>
            </a:r>
            <a:endParaRPr lang="en-IN" sz="6600" dirty="0">
              <a:ln>
                <a:solidFill>
                  <a:schemeClr val="accent2"/>
                </a:solidFill>
              </a:ln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054E2-C909-40A4-9F08-6E003EBF0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534" y="-272049"/>
            <a:ext cx="3208421" cy="268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72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733C9-B724-4F9D-8BA4-0A02B5C6021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532D2-E633-4807-9C18-F909011072D4}"/>
              </a:ext>
            </a:extLst>
          </p:cNvPr>
          <p:cNvSpPr txBox="1"/>
          <p:nvPr/>
        </p:nvSpPr>
        <p:spPr>
          <a:xfrm>
            <a:off x="1042736" y="818147"/>
            <a:ext cx="4299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Baskerville Old Face" panose="02020602080505020303" pitchFamily="18" charset="0"/>
              </a:rPr>
              <a:t>Do visit </a:t>
            </a:r>
            <a:endParaRPr lang="en-IN" sz="8000" dirty="0">
              <a:latin typeface="Baskerville Old Face" panose="02020602080505020303" pitchFamily="18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E3E060B-95D9-4460-B170-B059439A8703}"/>
              </a:ext>
            </a:extLst>
          </p:cNvPr>
          <p:cNvSpPr/>
          <p:nvPr/>
        </p:nvSpPr>
        <p:spPr>
          <a:xfrm>
            <a:off x="5646821" y="4816643"/>
            <a:ext cx="5470358" cy="1716505"/>
          </a:xfrm>
          <a:prstGeom prst="parallelogram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B101BA-EBD6-49C4-8CE1-5536AD775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89778" l="5778" r="89778">
                        <a14:foregroundMark x1="5778" y1="44444" x2="15556" y2="48000"/>
                        <a14:foregroundMark x1="89242" y1="46911" x2="89333" y2="48000"/>
                        <a14:foregroundMark x1="89148" y1="45778" x2="89163" y2="45954"/>
                        <a14:foregroundMark x1="88889" y1="42667" x2="89000" y2="44000"/>
                        <a14:backgroundMark x1="89778" y1="47556" x2="89778" y2="46667"/>
                        <a14:backgroundMark x1="88444" y1="48444" x2="89333" y2="46667"/>
                        <a14:backgroundMark x1="92889" y1="44000" x2="92889" y2="45778"/>
                        <a14:backgroundMark x1="89333" y1="46222" x2="88889" y2="46222"/>
                        <a14:backgroundMark x1="89333" y1="48000" x2="89333" y2="4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558" y="2735180"/>
            <a:ext cx="3384884" cy="3513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D3A703-D536-493F-9C61-A0DC1486D970}"/>
              </a:ext>
            </a:extLst>
          </p:cNvPr>
          <p:cNvSpPr txBox="1"/>
          <p:nvPr/>
        </p:nvSpPr>
        <p:spPr>
          <a:xfrm>
            <a:off x="1660357" y="2041357"/>
            <a:ext cx="944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Baskerville Old Face" panose="02020602080505020303" pitchFamily="18" charset="0"/>
              </a:rPr>
              <a:t>THE BURGER TOWN!</a:t>
            </a:r>
            <a:endParaRPr lang="en-IN" sz="66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9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7E0EB2-341B-44F0-AE4B-660629FCE6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1B16C-C4A8-4E50-905E-25BF9E6F85F7}"/>
              </a:ext>
            </a:extLst>
          </p:cNvPr>
          <p:cNvSpPr txBox="1"/>
          <p:nvPr/>
        </p:nvSpPr>
        <p:spPr>
          <a:xfrm>
            <a:off x="1284694" y="1443083"/>
            <a:ext cx="10347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CentSchbkCyrill BT" panose="02040603050705020303" pitchFamily="18" charset="-52"/>
              </a:rPr>
              <a:t>YUMMM BURGURSS.</a:t>
            </a:r>
            <a:endParaRPr lang="en-IN" sz="7200" dirty="0">
              <a:latin typeface="CentSchbkCyrill BT" panose="02040603050705020303" pitchFamily="18" charset="-5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75800-6757-4196-814D-6AEACD2D9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4059">
            <a:off x="311547" y="442060"/>
            <a:ext cx="1946295" cy="2002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4EEE1D-D653-44D7-8F65-D7AA4EC51C85}"/>
              </a:ext>
            </a:extLst>
          </p:cNvPr>
          <p:cNvSpPr txBox="1"/>
          <p:nvPr/>
        </p:nvSpPr>
        <p:spPr>
          <a:xfrm>
            <a:off x="5877424" y="2558858"/>
            <a:ext cx="5634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Contact :-  98356 62804</a:t>
            </a:r>
            <a:endParaRPr lang="en-IN" sz="36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36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20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Algerian</vt:lpstr>
      <vt:lpstr>Arial</vt:lpstr>
      <vt:lpstr>Bahnschrift SemiBold</vt:lpstr>
      <vt:lpstr>Baskerville Old Face</vt:lpstr>
      <vt:lpstr>Bernard MT Condensed</vt:lpstr>
      <vt:lpstr>Bodoni Bk BT</vt:lpstr>
      <vt:lpstr>Bodoni MT</vt:lpstr>
      <vt:lpstr>Calibri</vt:lpstr>
      <vt:lpstr>Calibri Light</vt:lpstr>
      <vt:lpstr>CentSchbkCyrill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MAAYA-15</dc:creator>
  <cp:keywords>MAAYA</cp:keywords>
  <cp:lastModifiedBy>MAAYA-15</cp:lastModifiedBy>
  <cp:revision>21</cp:revision>
  <dcterms:created xsi:type="dcterms:W3CDTF">2026-04-09T05:23:35Z</dcterms:created>
  <dcterms:modified xsi:type="dcterms:W3CDTF">2026-04-11T04:32:31Z</dcterms:modified>
</cp:coreProperties>
</file>