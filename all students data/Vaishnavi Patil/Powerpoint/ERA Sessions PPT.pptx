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1" d="100"/>
          <a:sy n="61" d="100"/>
        </p:scale>
        <p:origin x="109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E5D5-B309-408A-A975-38DD248D4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A9813-07D8-4EE6-833D-1FA06375D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13E7-D96F-4E51-B7FB-98205CA9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0B513-8726-484A-AA25-6EECF1FD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E8E1F-4B3E-45D6-AC6E-0B6D54CC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24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2902-6C99-432D-AF87-AA8FD299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AC15A-8018-4A4E-AF9D-DC284B247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993F-3195-4513-A563-8B987CFE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F42CE-C62A-437D-AB69-D35CF62D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93F43-9B1C-4155-8FC8-6A7C2358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0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8CFC-1FD9-473C-818A-CEFE340B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31823-8010-4437-A71D-DD253CAD4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CC79D-FAE5-461F-8DB8-AC15FDDB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ADA36-EC95-4B9A-A979-228F4FAE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43B58-CD48-4E55-AB64-7D945EA3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16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DB9F-D4CA-45CF-B91D-202ABFF4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8CCB2-56DB-4482-82E3-9D9EAF13F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B4E6B-9CE6-4AD7-AE2D-391FF4AE3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A25F6-F015-485C-B3E0-F9975FB0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48868-CD8C-48EB-8A51-7ACE5422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52D4F-5BB8-4CAE-8243-9818DB3A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88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D54B-A423-4E6B-AEFF-09DBE0E4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A3AD5-00D0-40D1-B78D-342F5AA05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55B13-01B7-4602-ABFE-E307A4877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BE4F6-4C48-4E41-91C6-34C68A3CD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02698-C295-4C63-9BD5-9366028DC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B000-3CCF-4506-8BCB-67BE6D23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EBA7D-A915-4FB3-90F3-321A28C3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8DCE2-5E3C-43FC-A386-D136B0D9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04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2DA6-774E-4E3B-A912-32241FD5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ADAD5-D95B-4299-A634-12D38E8C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DFFEE-7E3C-4DAE-8847-32EBC193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B391D-B234-4A35-8697-56494345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62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A3F207-B288-41F3-BA90-D2EFF820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11898D-0121-4BD0-A8E4-7DF6A3D3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BF957-259B-49EC-87AE-71E1F8EE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52FA-5317-4619-9753-75597F9C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A0868-0C64-4122-84F8-E65615E76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B6967-37AE-4B1C-9BE6-2BB0B8AFE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3BCD1-40D4-46A3-B02B-2F69BAB9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9D5CD-A870-4E5A-9069-43DDC159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4DA06-064E-44A3-BBDD-72F67743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53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C388-2ED2-4002-A7EF-B0952AF4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3369B3-303D-4D15-B4BE-C67F6B42D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FA94B-F45F-4274-ADDF-14E7D66FC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99023-9E0C-4109-86E0-0E954A54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112A3-1D41-4A47-9396-F892DB37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95D47-1BE4-415C-8DBC-E10DDD9E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49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F9E1-6AFA-4022-9B4A-60BAC9C35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BCE72-AA6E-4F75-A864-5FF7401DA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AE54-142D-491D-9E1F-37046872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22643-CAA9-4C33-81F8-E4A0755A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5F26B-7A11-48DC-90A7-F71ABC22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23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E2CBF-B4EE-4AE2-B422-0B9346085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D1723-CD12-426A-9EE7-3DE5C4A23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5228A-8D51-47B3-8A78-535CDC96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73D0-5708-46C8-B9B2-A7958D53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06309-DFA9-493D-853D-8F913867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98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37E55-E2D6-4502-B303-8D0AB6D0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9D1DE-63CA-4388-8768-92A085984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A68E5-CF6D-4291-8F08-853430393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766D8-5E24-4B62-B409-77988708A5C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D9AD-EED2-4235-8211-96C3D6F5C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718F-1825-4487-B378-04F4E0540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1F16D-21F4-4772-A555-576423D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0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DDEB-B608-48A0-A2BE-54DBD5FEA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454461"/>
          </a:xfrm>
        </p:spPr>
        <p:txBody>
          <a:bodyPr>
            <a:noAutofit/>
          </a:bodyPr>
          <a:lstStyle/>
          <a:p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Session #01 MS-CIT (Basic Computer, Smartphone and Typing Skills)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F24FD-7A22-427A-9DD5-69F633D42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359" y="1769771"/>
            <a:ext cx="11671282" cy="5088229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3000" dirty="0"/>
              <a:t>Basics of computers and their uses in daily life.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3000" dirty="0"/>
              <a:t>Difference between hardware and software.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3000" dirty="0"/>
              <a:t>Input and Output devices.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3000" dirty="0"/>
              <a:t>Importance of digital technology.</a:t>
            </a:r>
          </a:p>
          <a:p>
            <a:pPr algn="l"/>
            <a:endParaRPr lang="en-IN" sz="3000" dirty="0"/>
          </a:p>
          <a:p>
            <a:r>
              <a:rPr lang="en-IN" sz="4000" u="sng" dirty="0"/>
              <a:t>AI Tools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IN" sz="3000" dirty="0"/>
              <a:t>Google Lens – Visual search &amp; text scanning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IN" sz="3000" dirty="0" err="1"/>
              <a:t>ChatGPT</a:t>
            </a:r>
            <a:r>
              <a:rPr lang="en-IN" sz="3000" dirty="0"/>
              <a:t> – AI </a:t>
            </a:r>
            <a:r>
              <a:rPr lang="en-IN" sz="3000" dirty="0" err="1"/>
              <a:t>chatbox</a:t>
            </a:r>
            <a:r>
              <a:rPr lang="en-IN" sz="3000" dirty="0"/>
              <a:t> &amp; learning assistant</a:t>
            </a:r>
          </a:p>
          <a:p>
            <a:pPr algn="l"/>
            <a:endParaRPr lang="en-IN" sz="3000" dirty="0"/>
          </a:p>
          <a:p>
            <a:pPr algn="l"/>
            <a:endParaRPr lang="en-IN" sz="3000" dirty="0"/>
          </a:p>
          <a:p>
            <a:pPr algn="l"/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63606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EF6A-44C5-4268-93C6-C904DA2A4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460446"/>
          </a:xfrm>
        </p:spPr>
        <p:txBody>
          <a:bodyPr>
            <a:normAutofit/>
          </a:bodyPr>
          <a:lstStyle/>
          <a:p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Session #02 MS-CIT (Basic Computer, </a:t>
            </a:r>
            <a:r>
              <a:rPr lang="en-IN" sz="45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SmartPhone</a:t>
            </a:r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and Typing Skills)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A9278-7B88-4808-B74B-D125AE943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5" y="1671146"/>
            <a:ext cx="11923985" cy="5439104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Meaning of data and information.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How computers process data.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Basics of operating systems.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Introduction to booting and desktop elements.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000" dirty="0"/>
          </a:p>
          <a:p>
            <a:r>
              <a:rPr lang="en-IN" sz="4000" u="sng" dirty="0"/>
              <a:t>AI Tools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IN" sz="3000" dirty="0"/>
              <a:t>Gemini – AI </a:t>
            </a:r>
            <a:r>
              <a:rPr lang="en-IN" sz="3000" dirty="0" err="1"/>
              <a:t>chatbox</a:t>
            </a:r>
            <a:r>
              <a:rPr lang="en-IN" sz="3000" dirty="0"/>
              <a:t> &amp; smart assistant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IN" sz="3000" dirty="0" err="1"/>
              <a:t>Hedra</a:t>
            </a:r>
            <a:r>
              <a:rPr lang="en-IN" sz="3000" dirty="0"/>
              <a:t> – AI video &amp; avatar creation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IN" sz="3000" dirty="0"/>
              <a:t>Google Flow – AI filmmaking &amp; scene generation</a:t>
            </a:r>
          </a:p>
          <a:p>
            <a:pPr algn="l"/>
            <a:r>
              <a:rPr lang="en-IN" sz="3000" dirty="0"/>
              <a:t>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121593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63851-91E0-40F0-BE8F-2D6DE4D58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41890"/>
            <a:ext cx="9144000" cy="1655763"/>
          </a:xfrm>
        </p:spPr>
        <p:txBody>
          <a:bodyPr>
            <a:normAutofit/>
          </a:bodyPr>
          <a:lstStyle/>
          <a:p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Session #03 MS-CIT (Basic Computer, </a:t>
            </a:r>
            <a:r>
              <a:rPr lang="en-IN" sz="45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SmartPhone</a:t>
            </a:r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and Typing Skills)</a:t>
            </a:r>
            <a:endParaRPr lang="en-IN" sz="45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F83F2-6487-400E-965D-75ACE037D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78188"/>
            <a:ext cx="10668001" cy="5005935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Windows interface and desktop settings.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Changing wallpapers and screen savers.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Using file options like save and edit.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Understanding utility software.</a:t>
            </a:r>
          </a:p>
          <a:p>
            <a:pPr algn="l"/>
            <a:endParaRPr lang="en-IN" sz="3000" dirty="0"/>
          </a:p>
          <a:p>
            <a:r>
              <a:rPr lang="en-IN" sz="4000" u="sng" dirty="0"/>
              <a:t>AI Tools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3000" dirty="0"/>
              <a:t>Runway ML – AI video editing &amp; generation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3000" dirty="0"/>
              <a:t>Gemini for Workspace – AI help for Docs, Gmail &amp; Slides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98759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07B8-186F-4FBC-A80F-687C19515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476211"/>
          </a:xfrm>
        </p:spPr>
        <p:txBody>
          <a:bodyPr>
            <a:normAutofit/>
          </a:bodyPr>
          <a:lstStyle/>
          <a:p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Session #04 MS-CIT (Basic Computer, </a:t>
            </a:r>
            <a:r>
              <a:rPr lang="en-IN" sz="45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SmartPhone</a:t>
            </a:r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and Typing Skills)</a:t>
            </a:r>
            <a:endParaRPr lang="en-IN" sz="45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971DF-74C0-4347-AA80-FC9C4315D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01018"/>
            <a:ext cx="12192000" cy="5056981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3000" dirty="0"/>
              <a:t>Creating, renaming, copying, and deleting files.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3000" dirty="0"/>
              <a:t>Managing folders in Windows.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3000" dirty="0"/>
              <a:t>Using Windows Explorer.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3000" dirty="0"/>
              <a:t>Understanding file extensions.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US" sz="3000" dirty="0"/>
          </a:p>
          <a:p>
            <a:r>
              <a:rPr lang="en-US" sz="4000" u="sng" dirty="0"/>
              <a:t>AI Tools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3000" dirty="0" err="1"/>
              <a:t>Suno</a:t>
            </a:r>
            <a:r>
              <a:rPr lang="en-US" sz="3000" dirty="0"/>
              <a:t> AI – AI music &amp; song creation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3000" dirty="0"/>
              <a:t>Merlin AI – AI research &amp; writing assistant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3000" dirty="0"/>
              <a:t>Leonardo – AI image &amp; art generation</a:t>
            </a:r>
            <a:endParaRPr lang="en-IN" sz="3000" dirty="0"/>
          </a:p>
          <a:p>
            <a:pPr marL="457200" indent="-457200" algn="l">
              <a:buFont typeface="Wingdings" panose="05000000000000000000" pitchFamily="2" charset="2"/>
              <a:buChar char="§"/>
            </a:pPr>
            <a:endParaRPr lang="en-IN" sz="3000" dirty="0"/>
          </a:p>
          <a:p>
            <a:pPr algn="l"/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37279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4C41C-B7C5-44FB-BB9D-C0451E771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2920"/>
            <a:ext cx="12192000" cy="49850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 Types of computers and smart devices.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 Features of laptops, tablets, and smartphones.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 Storage devices and peripherals.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 Practical use of computer accessories.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/>
          </a:p>
          <a:p>
            <a:pPr marL="0" indent="0" algn="ctr">
              <a:buNone/>
            </a:pPr>
            <a:r>
              <a:rPr lang="en-US" sz="4000" u="sng" dirty="0"/>
              <a:t>AI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/>
              <a:t>  </a:t>
            </a:r>
            <a:r>
              <a:rPr lang="en-US" sz="3000" dirty="0"/>
              <a:t>N</a:t>
            </a:r>
            <a:endParaRPr lang="en-IN" sz="3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38ABF1-D8A4-40FC-8078-A02DC9B5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Session #05 MS-CIT (Basic Computer, </a:t>
            </a:r>
            <a:r>
              <a:rPr lang="en-IN" sz="45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SmartPhone</a:t>
            </a:r>
            <a:r>
              <a:rPr lang="en-IN" sz="4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and Typing Skills)</a:t>
            </a:r>
            <a:endParaRPr lang="en-IN" sz="45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773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285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Session #01 MS-CIT (Basic Computer, Smartphone and Typing Skills)</vt:lpstr>
      <vt:lpstr>Session #02 MS-CIT (Basic Computer, SmartPhone and Typing Skills)</vt:lpstr>
      <vt:lpstr>Session #03 MS-CIT (Basic Computer, SmartPhone and Typing Skills)</vt:lpstr>
      <vt:lpstr>Session #04 MS-CIT (Basic Computer, SmartPhone and Typing Skills)</vt:lpstr>
      <vt:lpstr>Session #05 MS-CIT (Basic Computer, SmartPhone and Typing Skills)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#01 MS-CIT (Basic Computer, Smartphone and Typing Skills)</dc:title>
  <dc:creator>LENOVO</dc:creator>
  <cp:lastModifiedBy>LENOVO</cp:lastModifiedBy>
  <cp:revision>8</cp:revision>
  <dcterms:created xsi:type="dcterms:W3CDTF">2026-05-21T05:21:23Z</dcterms:created>
  <dcterms:modified xsi:type="dcterms:W3CDTF">2026-05-21T06:16:55Z</dcterms:modified>
</cp:coreProperties>
</file>