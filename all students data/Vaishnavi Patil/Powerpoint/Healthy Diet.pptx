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56" r:id="rId4"/>
    <p:sldId id="257" r:id="rId5"/>
    <p:sldId id="258" r:id="rId6"/>
    <p:sldId id="261" r:id="rId7"/>
    <p:sldId id="262" r:id="rId8"/>
    <p:sldId id="263" r:id="rId9"/>
    <p:sldId id="265" r:id="rId10"/>
    <p:sldId id="266" r:id="rId11"/>
    <p:sldId id="268" r:id="rId12"/>
    <p:sldId id="267"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F8C4"/>
    <a:srgbClr val="A3F39F"/>
    <a:srgbClr val="156E06"/>
    <a:srgbClr val="1E9F09"/>
    <a:srgbClr val="B0F5A5"/>
    <a:srgbClr val="C80000"/>
    <a:srgbClr val="FF7C80"/>
    <a:srgbClr val="FFE7E7"/>
    <a:srgbClr val="FF7575"/>
    <a:srgbClr val="A002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p:scale>
          <a:sx n="50" d="100"/>
          <a:sy n="50" d="100"/>
        </p:scale>
        <p:origin x="1500" y="2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9D66-4B43-0542-BA24-214B6B026C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8B727B-CC1B-803B-383C-226DE0AEFD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376371-9752-089E-7ED4-09A5A7377C82}"/>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5" name="Footer Placeholder 4">
            <a:extLst>
              <a:ext uri="{FF2B5EF4-FFF2-40B4-BE49-F238E27FC236}">
                <a16:creationId xmlns:a16="http://schemas.microsoft.com/office/drawing/2014/main" id="{A7713E89-163F-5DD1-B7F5-CAEC3C7B06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C26149-BCB3-ED8B-55F9-14AC480EFD31}"/>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2138451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69CF-E54E-BD66-CC16-CEB6D83EEA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DBF3A4-8D98-1412-DA68-9C35747099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AA449E-3CDD-1928-433B-47E0E5585100}"/>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5" name="Footer Placeholder 4">
            <a:extLst>
              <a:ext uri="{FF2B5EF4-FFF2-40B4-BE49-F238E27FC236}">
                <a16:creationId xmlns:a16="http://schemas.microsoft.com/office/drawing/2014/main" id="{34B332AE-D12F-47EF-B58F-392DB7B288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E10146-FA2C-058A-7F6F-9D79D97ABE07}"/>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935125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8A78F-028C-3063-F538-DC003DDC50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96A64C-499A-8E6B-5139-99C57B1D25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E3FE20-FF42-A50B-DA99-3A58138BD1C3}"/>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5" name="Footer Placeholder 4">
            <a:extLst>
              <a:ext uri="{FF2B5EF4-FFF2-40B4-BE49-F238E27FC236}">
                <a16:creationId xmlns:a16="http://schemas.microsoft.com/office/drawing/2014/main" id="{84247CDE-76F4-480E-1BE9-E6262D8B19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25DC00-96E0-2A99-5A25-7400D4C82EF3}"/>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2450010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8A8A-BCCF-4A34-7E5A-1330439599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9D9ED2-8948-5F70-B724-3F8644AFE7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F80C90-3472-E72C-F7FE-29E24F74B5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27B4BE-78ED-787A-7399-A0B7D2646E30}"/>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6" name="Footer Placeholder 5">
            <a:extLst>
              <a:ext uri="{FF2B5EF4-FFF2-40B4-BE49-F238E27FC236}">
                <a16:creationId xmlns:a16="http://schemas.microsoft.com/office/drawing/2014/main" id="{9F41D232-2C94-1876-AED5-DF2BEEB595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2F110A-A643-06C4-BE95-36FDBE183ECC}"/>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4236697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85EB-8FCD-4A8E-1ED8-EF34A3AC25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824CD5-EFBC-386C-BF26-3036B05754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3D42CB-BE46-6DAC-6B1D-11402EA053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A697D0-BB65-7288-A7A4-A0F121B47D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DF6CCA-DEC4-DA80-079E-4EADDC0334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9B6731A-CEC4-BF90-8BD7-3212F5B40ED3}"/>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8" name="Footer Placeholder 7">
            <a:extLst>
              <a:ext uri="{FF2B5EF4-FFF2-40B4-BE49-F238E27FC236}">
                <a16:creationId xmlns:a16="http://schemas.microsoft.com/office/drawing/2014/main" id="{418E8D71-805B-E5CB-DA6F-0144BFE7DA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CDAE56-E957-1573-A64A-CB2CF932C381}"/>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2278021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C86E6-EB51-F1C8-E6E0-1F2FC4DE6A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98CB19-C84F-4EA0-9193-8FDCDC631D4B}"/>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4" name="Footer Placeholder 3">
            <a:extLst>
              <a:ext uri="{FF2B5EF4-FFF2-40B4-BE49-F238E27FC236}">
                <a16:creationId xmlns:a16="http://schemas.microsoft.com/office/drawing/2014/main" id="{A78DED46-FFAE-79AD-BDC9-F853F81361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F63D77-F6A4-1C1A-472B-EB4777363201}"/>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109397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A90E0A-6A4D-8EC7-4933-160A22809CDD}"/>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3" name="Footer Placeholder 2">
            <a:extLst>
              <a:ext uri="{FF2B5EF4-FFF2-40B4-BE49-F238E27FC236}">
                <a16:creationId xmlns:a16="http://schemas.microsoft.com/office/drawing/2014/main" id="{BD45F17B-9C65-788F-1F37-BD335FFEB3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D52217-101A-0BDF-0D59-6FB8E49FEFA4}"/>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2085027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098F4-DCEF-1F62-22B9-BFDFE997AE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785BDC-9615-3CAE-9252-EA329744C5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0AF86A-0386-A8E3-8083-167B783D87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D5E3A6-184D-0774-E22C-A8714939A0A2}"/>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6" name="Footer Placeholder 5">
            <a:extLst>
              <a:ext uri="{FF2B5EF4-FFF2-40B4-BE49-F238E27FC236}">
                <a16:creationId xmlns:a16="http://schemas.microsoft.com/office/drawing/2014/main" id="{0C575FD2-F4E5-6191-392C-F88BB9F6FA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6484BD-FC17-9E1D-5406-BD43256D5B8D}"/>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163512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12737-EFB8-C5A6-0160-235D5CD310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20168D-11AE-B1FE-1BA3-B3A16DCD86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229137-CC1E-A158-4DC8-C941A026EE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89D732-48BB-1A42-DB1F-0EF01F9146A8}"/>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6" name="Footer Placeholder 5">
            <a:extLst>
              <a:ext uri="{FF2B5EF4-FFF2-40B4-BE49-F238E27FC236}">
                <a16:creationId xmlns:a16="http://schemas.microsoft.com/office/drawing/2014/main" id="{AC6B02F0-D141-9F5C-AAAE-4E5DD46DBE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6CC6A8-DA62-BCA7-FA15-9177090D3205}"/>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3703789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BA83-04B6-FB8A-76D4-E8AC8822D8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F63D10-409E-2FD0-72EA-5F75397934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18EB06-3B54-948A-1570-F9BACDF63AEC}"/>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5" name="Footer Placeholder 4">
            <a:extLst>
              <a:ext uri="{FF2B5EF4-FFF2-40B4-BE49-F238E27FC236}">
                <a16:creationId xmlns:a16="http://schemas.microsoft.com/office/drawing/2014/main" id="{E04F4266-A023-0918-CDF4-F369719580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3C4085-B4EC-B021-399F-31CC5FBD8EB0}"/>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465804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CC0AE6-4ECD-4B05-8E68-1590137550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D911E5-82A2-69B1-DCBE-5F9CA0327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058EA0-B652-2F49-0828-E534B4B36D0B}"/>
              </a:ext>
            </a:extLst>
          </p:cNvPr>
          <p:cNvSpPr>
            <a:spLocks noGrp="1"/>
          </p:cNvSpPr>
          <p:nvPr>
            <p:ph type="dt" sz="half" idx="10"/>
          </p:nvPr>
        </p:nvSpPr>
        <p:spPr/>
        <p:txBody>
          <a:bodyPr/>
          <a:lstStyle/>
          <a:p>
            <a:fld id="{CB9178BC-63AD-4192-9019-C953E94A6A77}" type="datetimeFigureOut">
              <a:rPr lang="en-IN" smtClean="0"/>
              <a:t>26-04-2026</a:t>
            </a:fld>
            <a:endParaRPr lang="en-IN"/>
          </a:p>
        </p:txBody>
      </p:sp>
      <p:sp>
        <p:nvSpPr>
          <p:cNvPr id="5" name="Footer Placeholder 4">
            <a:extLst>
              <a:ext uri="{FF2B5EF4-FFF2-40B4-BE49-F238E27FC236}">
                <a16:creationId xmlns:a16="http://schemas.microsoft.com/office/drawing/2014/main" id="{2A1ADBCD-E1FD-4971-C5EC-44EEBAA819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EC58F1-86D5-F75D-4443-ABB66C87A4D7}"/>
              </a:ext>
            </a:extLst>
          </p:cNvPr>
          <p:cNvSpPr>
            <a:spLocks noGrp="1"/>
          </p:cNvSpPr>
          <p:nvPr>
            <p:ph type="sldNum" sz="quarter" idx="12"/>
          </p:nvPr>
        </p:nvSpPr>
        <p:spPr/>
        <p:txBody>
          <a:bodyPr/>
          <a:lstStyle/>
          <a:p>
            <a:fld id="{2861BF55-DC0E-4853-930D-25B0BC1748AF}" type="slidenum">
              <a:rPr lang="en-IN" smtClean="0"/>
              <a:t>‹#›</a:t>
            </a:fld>
            <a:endParaRPr lang="en-IN"/>
          </a:p>
        </p:txBody>
      </p:sp>
    </p:spTree>
    <p:extLst>
      <p:ext uri="{BB962C8B-B14F-4D97-AF65-F5344CB8AC3E}">
        <p14:creationId xmlns:p14="http://schemas.microsoft.com/office/powerpoint/2010/main" val="2855708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384CC4-89AE-8EA8-CCB3-2B6E1319A2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F27A96-504C-F21F-BE3D-6F4FCB3839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45FE69-950A-5814-33F5-D87FCDE407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9178BC-63AD-4192-9019-C953E94A6A77}" type="datetimeFigureOut">
              <a:rPr lang="en-IN" smtClean="0"/>
              <a:t>26-04-2026</a:t>
            </a:fld>
            <a:endParaRPr lang="en-IN"/>
          </a:p>
        </p:txBody>
      </p:sp>
      <p:sp>
        <p:nvSpPr>
          <p:cNvPr id="5" name="Footer Placeholder 4">
            <a:extLst>
              <a:ext uri="{FF2B5EF4-FFF2-40B4-BE49-F238E27FC236}">
                <a16:creationId xmlns:a16="http://schemas.microsoft.com/office/drawing/2014/main" id="{057BF872-62B6-CB08-9AF1-62E2E2E71D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71D83F3-F960-68A4-7711-4A981F5A38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61BF55-DC0E-4853-930D-25B0BC1748AF}" type="slidenum">
              <a:rPr lang="en-IN" smtClean="0"/>
              <a:t>‹#›</a:t>
            </a:fld>
            <a:endParaRPr lang="en-IN"/>
          </a:p>
        </p:txBody>
      </p:sp>
    </p:spTree>
    <p:extLst>
      <p:ext uri="{BB962C8B-B14F-4D97-AF65-F5344CB8AC3E}">
        <p14:creationId xmlns:p14="http://schemas.microsoft.com/office/powerpoint/2010/main" val="2503317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7.png"/><Relationship Id="rId3" Type="http://schemas.microsoft.com/office/2007/relationships/hdphoto" Target="../media/hdphoto1.wdp"/><Relationship Id="rId7" Type="http://schemas.microsoft.com/office/2007/relationships/hdphoto" Target="../media/hdphoto3.wdp"/><Relationship Id="rId12" Type="http://schemas.microsoft.com/office/2007/relationships/hdphoto" Target="../media/hdphoto5.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6.png"/><Relationship Id="rId5" Type="http://schemas.microsoft.com/office/2007/relationships/hdphoto" Target="../media/hdphoto2.wdp"/><Relationship Id="rId10" Type="http://schemas.openxmlformats.org/officeDocument/2006/relationships/image" Target="../media/image5.png"/><Relationship Id="rId4" Type="http://schemas.openxmlformats.org/officeDocument/2006/relationships/image" Target="../media/image2.png"/><Relationship Id="rId9" Type="http://schemas.microsoft.com/office/2007/relationships/hdphoto" Target="../media/hdphoto4.wdp"/></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5.png"/><Relationship Id="rId3" Type="http://schemas.microsoft.com/office/2007/relationships/hdphoto" Target="../media/hdphoto2.wdp"/><Relationship Id="rId7" Type="http://schemas.microsoft.com/office/2007/relationships/hdphoto" Target="../media/hdphoto5.wdp"/><Relationship Id="rId12"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png"/><Relationship Id="rId5" Type="http://schemas.microsoft.com/office/2007/relationships/hdphoto" Target="../media/hdphoto3.wdp"/><Relationship Id="rId10" Type="http://schemas.openxmlformats.org/officeDocument/2006/relationships/image" Target="../media/image4.png"/><Relationship Id="rId4" Type="http://schemas.openxmlformats.org/officeDocument/2006/relationships/image" Target="../media/image3.png"/><Relationship Id="rId9" Type="http://schemas.microsoft.com/office/2007/relationships/hdphoto" Target="../media/hdphoto4.wdp"/></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png"/><Relationship Id="rId3" Type="http://schemas.microsoft.com/office/2007/relationships/hdphoto" Target="../media/hdphoto6.wdp"/><Relationship Id="rId7" Type="http://schemas.microsoft.com/office/2007/relationships/hdphoto" Target="../media/hdphoto3.wdp"/><Relationship Id="rId12"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3.png"/><Relationship Id="rId11" Type="http://schemas.microsoft.com/office/2007/relationships/hdphoto" Target="../media/hdphoto4.wdp"/><Relationship Id="rId5" Type="http://schemas.microsoft.com/office/2007/relationships/hdphoto" Target="../media/hdphoto2.wdp"/><Relationship Id="rId15" Type="http://schemas.openxmlformats.org/officeDocument/2006/relationships/image" Target="../media/image5.png"/><Relationship Id="rId10" Type="http://schemas.openxmlformats.org/officeDocument/2006/relationships/image" Target="../media/image7.png"/><Relationship Id="rId4" Type="http://schemas.openxmlformats.org/officeDocument/2006/relationships/image" Target="../media/image2.png"/><Relationship Id="rId9" Type="http://schemas.microsoft.com/office/2007/relationships/hdphoto" Target="../media/hdphoto5.wdp"/><Relationship Id="rId1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13" Type="http://schemas.microsoft.com/office/2007/relationships/hdphoto" Target="../media/hdphoto5.wdp"/><Relationship Id="rId3" Type="http://schemas.microsoft.com/office/2007/relationships/hdphoto" Target="../media/hdphoto2.wdp"/><Relationship Id="rId7" Type="http://schemas.microsoft.com/office/2007/relationships/hdphoto" Target="../media/hdphoto4.wdp"/><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5.png"/><Relationship Id="rId5" Type="http://schemas.microsoft.com/office/2007/relationships/hdphoto" Target="../media/hdphoto3.wdp"/><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4.png"/><Relationship Id="rId3" Type="http://schemas.microsoft.com/office/2007/relationships/hdphoto" Target="../media/hdphoto2.wdp"/><Relationship Id="rId7" Type="http://schemas.microsoft.com/office/2007/relationships/hdphoto" Target="../media/hdphoto5.wdp"/><Relationship Id="rId12"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png"/><Relationship Id="rId5" Type="http://schemas.microsoft.com/office/2007/relationships/hdphoto" Target="../media/hdphoto3.wdp"/><Relationship Id="rId10" Type="http://schemas.openxmlformats.org/officeDocument/2006/relationships/image" Target="../media/image5.png"/><Relationship Id="rId4" Type="http://schemas.openxmlformats.org/officeDocument/2006/relationships/image" Target="../media/image3.png"/><Relationship Id="rId9" Type="http://schemas.microsoft.com/office/2007/relationships/hdphoto" Target="../media/hdphoto4.wdp"/></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7.png"/><Relationship Id="rId3" Type="http://schemas.microsoft.com/office/2007/relationships/hdphoto" Target="../media/hdphoto2.wdp"/><Relationship Id="rId7" Type="http://schemas.microsoft.com/office/2007/relationships/hdphoto" Target="../media/hdphoto5.wdp"/><Relationship Id="rId12"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png"/><Relationship Id="rId5" Type="http://schemas.microsoft.com/office/2007/relationships/hdphoto" Target="../media/hdphoto3.wdp"/><Relationship Id="rId10" Type="http://schemas.openxmlformats.org/officeDocument/2006/relationships/image" Target="../media/image5.png"/><Relationship Id="rId4" Type="http://schemas.openxmlformats.org/officeDocument/2006/relationships/image" Target="../media/image3.png"/><Relationship Id="rId9" Type="http://schemas.microsoft.com/office/2007/relationships/hdphoto" Target="../media/hdphoto4.wdp"/></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13" Type="http://schemas.microsoft.com/office/2007/relationships/hdphoto" Target="../media/hdphoto5.wdp"/><Relationship Id="rId3" Type="http://schemas.microsoft.com/office/2007/relationships/hdphoto" Target="../media/hdphoto2.wdp"/><Relationship Id="rId7" Type="http://schemas.microsoft.com/office/2007/relationships/hdphoto" Target="../media/hdphoto4.wdp"/><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5.png"/><Relationship Id="rId5" Type="http://schemas.microsoft.com/office/2007/relationships/hdphoto" Target="../media/hdphoto3.wdp"/><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microsoft.com/office/2007/relationships/hdphoto" Target="../media/hdphoto1.wdp"/><Relationship Id="rId3" Type="http://schemas.microsoft.com/office/2007/relationships/hdphoto" Target="../media/hdphoto2.wdp"/><Relationship Id="rId7" Type="http://schemas.microsoft.com/office/2007/relationships/hdphoto" Target="../media/hdphoto5.wdp"/><Relationship Id="rId12"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5.png"/><Relationship Id="rId5" Type="http://schemas.microsoft.com/office/2007/relationships/hdphoto" Target="../media/hdphoto3.wdp"/><Relationship Id="rId15" Type="http://schemas.microsoft.com/office/2007/relationships/hdphoto" Target="../media/hdphoto7.wdp"/><Relationship Id="rId10" Type="http://schemas.openxmlformats.org/officeDocument/2006/relationships/image" Target="../media/image4.png"/><Relationship Id="rId4" Type="http://schemas.openxmlformats.org/officeDocument/2006/relationships/image" Target="../media/image3.png"/><Relationship Id="rId9" Type="http://schemas.microsoft.com/office/2007/relationships/hdphoto" Target="../media/hdphoto4.wdp"/><Relationship Id="rId1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6D2227-0A44-A607-ED68-30E57267E181}"/>
              </a:ext>
            </a:extLst>
          </p:cNvPr>
          <p:cNvSpPr/>
          <p:nvPr/>
        </p:nvSpPr>
        <p:spPr>
          <a:xfrm>
            <a:off x="-13252" y="16042"/>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pic>
        <p:nvPicPr>
          <p:cNvPr id="26" name="Picture 12" descr="A Cabbage Leaf, A Slice, Cabbage, Leaf PNG Transparent Image and Clipart  for Free Download">
            <a:extLst>
              <a:ext uri="{FF2B5EF4-FFF2-40B4-BE49-F238E27FC236}">
                <a16:creationId xmlns:a16="http://schemas.microsoft.com/office/drawing/2014/main" id="{5006D007-C735-4862-9DBC-DF8B226665D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8659522">
            <a:off x="-290282" y="43796"/>
            <a:ext cx="10582571" cy="10582571"/>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15FE878C-7150-FA14-60AF-D0E7E5B2266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1" name="Freeform: Shape 10">
            <a:extLst>
              <a:ext uri="{FF2B5EF4-FFF2-40B4-BE49-F238E27FC236}">
                <a16:creationId xmlns:a16="http://schemas.microsoft.com/office/drawing/2014/main" id="{8F193649-C4D9-32E7-573A-9F92B295CCB7}"/>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13" name="Freeform: Shape 12">
            <a:extLst>
              <a:ext uri="{FF2B5EF4-FFF2-40B4-BE49-F238E27FC236}">
                <a16:creationId xmlns:a16="http://schemas.microsoft.com/office/drawing/2014/main" id="{E8D06592-A052-31A8-ADE6-092DF9F754E7}"/>
              </a:ext>
            </a:extLst>
          </p:cNvPr>
          <p:cNvSpPr/>
          <p:nvPr/>
        </p:nvSpPr>
        <p:spPr>
          <a:xfrm rot="10800000">
            <a:off x="0" y="4149604"/>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5" name="TextBox 14">
            <a:extLst>
              <a:ext uri="{FF2B5EF4-FFF2-40B4-BE49-F238E27FC236}">
                <a16:creationId xmlns:a16="http://schemas.microsoft.com/office/drawing/2014/main" id="{DB9B3353-F048-4F7E-2F91-A6D4E3ED4241}"/>
              </a:ext>
            </a:extLst>
          </p:cNvPr>
          <p:cNvSpPr txBox="1"/>
          <p:nvPr/>
        </p:nvSpPr>
        <p:spPr>
          <a:xfrm>
            <a:off x="-9688322" y="2062539"/>
            <a:ext cx="6956044" cy="1569660"/>
          </a:xfrm>
          <a:prstGeom prst="rect">
            <a:avLst/>
          </a:prstGeom>
          <a:noFill/>
        </p:spPr>
        <p:txBody>
          <a:bodyPr wrap="square" rtlCol="0">
            <a:spAutoFit/>
          </a:bodyPr>
          <a:lstStyle/>
          <a:p>
            <a:r>
              <a:rPr lang="en-US" sz="9600" dirty="0">
                <a:solidFill>
                  <a:srgbClr val="0B6F2A"/>
                </a:solidFill>
                <a:latin typeface="Eras Bold ITC" panose="020B0907030504020204" pitchFamily="34" charset="0"/>
              </a:rPr>
              <a:t>HEALTHY</a:t>
            </a:r>
          </a:p>
        </p:txBody>
      </p:sp>
      <p:pic>
        <p:nvPicPr>
          <p:cNvPr id="8" name="Picture 7">
            <a:extLst>
              <a:ext uri="{FF2B5EF4-FFF2-40B4-BE49-F238E27FC236}">
                <a16:creationId xmlns:a16="http://schemas.microsoft.com/office/drawing/2014/main" id="{21F92662-60A8-40E9-8089-860D681CAC9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406989" y="5146029"/>
            <a:ext cx="1028570" cy="1028570"/>
          </a:xfrm>
          <a:prstGeom prst="rect">
            <a:avLst/>
          </a:prstGeom>
        </p:spPr>
      </p:pic>
      <p:pic>
        <p:nvPicPr>
          <p:cNvPr id="16" name="Picture 4" descr="Set of flying cut black olives on white background, closeup | Premium Photo">
            <a:extLst>
              <a:ext uri="{FF2B5EF4-FFF2-40B4-BE49-F238E27FC236}">
                <a16:creationId xmlns:a16="http://schemas.microsoft.com/office/drawing/2014/main" id="{0D827F1A-B72D-4F2F-AE14-1DFFF02E7B78}"/>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16200000" flipV="1">
            <a:off x="8793830" y="3692763"/>
            <a:ext cx="6917791" cy="651429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trawberry cut Images - Free Download on Freepik">
            <a:extLst>
              <a:ext uri="{FF2B5EF4-FFF2-40B4-BE49-F238E27FC236}">
                <a16:creationId xmlns:a16="http://schemas.microsoft.com/office/drawing/2014/main" id="{93FBCD92-21B2-40C9-96C4-023FBE13CEF3}"/>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a:off x="11580853" y="2528651"/>
            <a:ext cx="890253" cy="7575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 Cabbage Leaf, A Slice, Cabbage, Leaf PNG Transparent Image and Clipart  for Free Download">
            <a:extLst>
              <a:ext uri="{FF2B5EF4-FFF2-40B4-BE49-F238E27FC236}">
                <a16:creationId xmlns:a16="http://schemas.microsoft.com/office/drawing/2014/main" id="{BDA60E98-803B-47C2-BD3E-D631F52131E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18689318">
            <a:off x="6743973" y="-7025812"/>
            <a:ext cx="10582571" cy="1058257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omato Slice PNG Transparent Image - Freepngdesign.com">
            <a:extLst>
              <a:ext uri="{FF2B5EF4-FFF2-40B4-BE49-F238E27FC236}">
                <a16:creationId xmlns:a16="http://schemas.microsoft.com/office/drawing/2014/main" id="{04009097-3F26-4210-BE49-A0A28C5FA7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98289" y="5031897"/>
            <a:ext cx="9604959" cy="720926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3C49D2D6-E428-46BB-8AFE-1581C59B455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8373220" y="1850904"/>
            <a:ext cx="1028570" cy="1028570"/>
          </a:xfrm>
          <a:prstGeom prst="rect">
            <a:avLst/>
          </a:prstGeom>
        </p:spPr>
      </p:pic>
      <p:pic>
        <p:nvPicPr>
          <p:cNvPr id="23" name="Picture 12" descr="A Cabbage Leaf, A Slice, Cabbage, Leaf PNG Transparent Image and Clipart  for Free Download">
            <a:extLst>
              <a:ext uri="{FF2B5EF4-FFF2-40B4-BE49-F238E27FC236}">
                <a16:creationId xmlns:a16="http://schemas.microsoft.com/office/drawing/2014/main" id="{4FFE0205-033B-44D6-9D33-496EB49D6EE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7915305">
            <a:off x="578976" y="4429540"/>
            <a:ext cx="1184413" cy="118441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9D521103-DEE4-420C-BA64-DDCE5447CB43}"/>
              </a:ext>
            </a:extLst>
          </p:cNvPr>
          <p:cNvSpPr txBox="1"/>
          <p:nvPr/>
        </p:nvSpPr>
        <p:spPr>
          <a:xfrm>
            <a:off x="-8312031" y="3217317"/>
            <a:ext cx="6956044" cy="1569660"/>
          </a:xfrm>
          <a:prstGeom prst="rect">
            <a:avLst/>
          </a:prstGeom>
          <a:noFill/>
        </p:spPr>
        <p:txBody>
          <a:bodyPr wrap="square" rtlCol="0">
            <a:spAutoFit/>
          </a:bodyPr>
          <a:lstStyle/>
          <a:p>
            <a:r>
              <a:rPr lang="en-US" sz="9600" dirty="0">
                <a:solidFill>
                  <a:srgbClr val="0B6F2A"/>
                </a:solidFill>
                <a:latin typeface="Eras Bold ITC" panose="020B0907030504020204" pitchFamily="34" charset="0"/>
              </a:rPr>
              <a:t>FOOD</a:t>
            </a:r>
            <a:endParaRPr lang="en-IN" sz="9600" dirty="0">
              <a:solidFill>
                <a:srgbClr val="0B6F2A"/>
              </a:solidFill>
              <a:latin typeface="Eras Bold ITC" panose="020B0907030504020204" pitchFamily="34" charset="0"/>
            </a:endParaRPr>
          </a:p>
        </p:txBody>
      </p:sp>
      <p:pic>
        <p:nvPicPr>
          <p:cNvPr id="24" name="Picture 2" descr="Tomato Slice PNG Transparent Image - Freepngdesign.com">
            <a:extLst>
              <a:ext uri="{FF2B5EF4-FFF2-40B4-BE49-F238E27FC236}">
                <a16:creationId xmlns:a16="http://schemas.microsoft.com/office/drawing/2014/main" id="{10F833EE-9A23-4418-ABF5-B776BECD282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1177674" y="-3242759"/>
            <a:ext cx="10246563" cy="769083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Set of cut green olives on white background. | Premium Photo">
            <a:extLst>
              <a:ext uri="{FF2B5EF4-FFF2-40B4-BE49-F238E27FC236}">
                <a16:creationId xmlns:a16="http://schemas.microsoft.com/office/drawing/2014/main" id="{BB9217CF-D56C-4790-B9B9-5F472B831D2E}"/>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3320080" y="1339511"/>
            <a:ext cx="4396786" cy="38146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t of flying cut black olives on white background, closeup | Premium Photo">
            <a:extLst>
              <a:ext uri="{FF2B5EF4-FFF2-40B4-BE49-F238E27FC236}">
                <a16:creationId xmlns:a16="http://schemas.microsoft.com/office/drawing/2014/main" id="{9FD67B6D-E198-43CF-9422-7894158FF0B5}"/>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1948917" y="4603918"/>
            <a:ext cx="3493508" cy="32897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t of cut green olives on white background. | Premium Photo">
            <a:extLst>
              <a:ext uri="{FF2B5EF4-FFF2-40B4-BE49-F238E27FC236}">
                <a16:creationId xmlns:a16="http://schemas.microsoft.com/office/drawing/2014/main" id="{626322CB-F27A-4B9F-9CD8-FF3AC0B5638F}"/>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5130887" y="3124394"/>
            <a:ext cx="5097118" cy="442220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6F56D82-EC18-DC7B-97E9-B6669F7CE9C1}"/>
              </a:ext>
            </a:extLst>
          </p:cNvPr>
          <p:cNvSpPr txBox="1"/>
          <p:nvPr/>
        </p:nvSpPr>
        <p:spPr>
          <a:xfrm>
            <a:off x="1788695" y="1378261"/>
            <a:ext cx="914400" cy="914400"/>
          </a:xfrm>
          <a:prstGeom prst="rect">
            <a:avLst/>
          </a:prstGeom>
          <a:noFill/>
        </p:spPr>
        <p:txBody>
          <a:bodyPr wrap="square" rtlCol="0">
            <a:spAutoFit/>
          </a:bodyPr>
          <a:lstStyle/>
          <a:p>
            <a:endParaRPr lang="en-IN" dirty="0"/>
          </a:p>
        </p:txBody>
      </p:sp>
      <p:pic>
        <p:nvPicPr>
          <p:cNvPr id="1032" name="Picture 8" descr="Strawberry cut Images - Free Download on Freepik">
            <a:extLst>
              <a:ext uri="{FF2B5EF4-FFF2-40B4-BE49-F238E27FC236}">
                <a16:creationId xmlns:a16="http://schemas.microsoft.com/office/drawing/2014/main" id="{E360E86C-6857-46E2-971E-6C251FD4AFF4}"/>
              </a:ext>
            </a:extLst>
          </p:cNvPr>
          <p:cNvPicPr>
            <a:picLocks noChangeAspect="1" noChangeArrowheads="1"/>
          </p:cNvPicPr>
          <p:nvPr/>
        </p:nvPicPr>
        <p:blipFill rotWithShape="1">
          <a:blip r:embed="rId13">
            <a:extLst>
              <a:ext uri="{BEBA8EAE-BF5A-486C-A8C5-ECC9F3942E4B}">
                <a14:imgProps xmlns:a14="http://schemas.microsoft.com/office/drawing/2010/main">
                  <a14:imgLayer r:embed="rId9">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16200000">
            <a:off x="-13769" y="1178187"/>
            <a:ext cx="6528975" cy="525040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Set of cut green olives on white background. | Premium Photo">
            <a:extLst>
              <a:ext uri="{FF2B5EF4-FFF2-40B4-BE49-F238E27FC236}">
                <a16:creationId xmlns:a16="http://schemas.microsoft.com/office/drawing/2014/main" id="{036A004F-B222-4589-B255-E14A3CDC2996}"/>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2342970" y="-2020270"/>
            <a:ext cx="4091526" cy="3549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641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6D2227-0A44-A607-ED68-30E57267E181}"/>
              </a:ext>
            </a:extLst>
          </p:cNvPr>
          <p:cNvSpPr/>
          <p:nvPr/>
        </p:nvSpPr>
        <p:spPr>
          <a:xfrm>
            <a:off x="-13252" y="16042"/>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9" name="Freeform: Shape 8">
            <a:extLst>
              <a:ext uri="{FF2B5EF4-FFF2-40B4-BE49-F238E27FC236}">
                <a16:creationId xmlns:a16="http://schemas.microsoft.com/office/drawing/2014/main" id="{15FE878C-7150-FA14-60AF-D0E7E5B2266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1" name="Freeform: Shape 10">
            <a:extLst>
              <a:ext uri="{FF2B5EF4-FFF2-40B4-BE49-F238E27FC236}">
                <a16:creationId xmlns:a16="http://schemas.microsoft.com/office/drawing/2014/main" id="{8F193649-C4D9-32E7-573A-9F92B295CCB7}"/>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13" name="Freeform: Shape 12">
            <a:extLst>
              <a:ext uri="{FF2B5EF4-FFF2-40B4-BE49-F238E27FC236}">
                <a16:creationId xmlns:a16="http://schemas.microsoft.com/office/drawing/2014/main" id="{E8D06592-A052-31A8-ADE6-092DF9F754E7}"/>
              </a:ext>
            </a:extLst>
          </p:cNvPr>
          <p:cNvSpPr/>
          <p:nvPr/>
        </p:nvSpPr>
        <p:spPr>
          <a:xfrm rot="10800000">
            <a:off x="0" y="4149604"/>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4" name="TextBox 13">
            <a:extLst>
              <a:ext uri="{FF2B5EF4-FFF2-40B4-BE49-F238E27FC236}">
                <a16:creationId xmlns:a16="http://schemas.microsoft.com/office/drawing/2014/main" id="{66F56D82-EC18-DC7B-97E9-B6669F7CE9C1}"/>
              </a:ext>
            </a:extLst>
          </p:cNvPr>
          <p:cNvSpPr txBox="1"/>
          <p:nvPr/>
        </p:nvSpPr>
        <p:spPr>
          <a:xfrm>
            <a:off x="1788695" y="1378261"/>
            <a:ext cx="914400" cy="914400"/>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21F92662-60A8-40E9-8089-860D681CAC9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406989" y="5146029"/>
            <a:ext cx="1028570" cy="1028570"/>
          </a:xfrm>
          <a:prstGeom prst="rect">
            <a:avLst/>
          </a:prstGeom>
        </p:spPr>
      </p:pic>
      <p:pic>
        <p:nvPicPr>
          <p:cNvPr id="1028" name="Picture 4" descr="Set of flying cut black olives on white background, closeup | Premium Photo">
            <a:extLst>
              <a:ext uri="{FF2B5EF4-FFF2-40B4-BE49-F238E27FC236}">
                <a16:creationId xmlns:a16="http://schemas.microsoft.com/office/drawing/2014/main" id="{9FD67B6D-E198-43CF-9422-7894158FF0B5}"/>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138799" y="6164415"/>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Set of flying cut black olives on white background, closeup | Premium Photo">
            <a:extLst>
              <a:ext uri="{FF2B5EF4-FFF2-40B4-BE49-F238E27FC236}">
                <a16:creationId xmlns:a16="http://schemas.microsoft.com/office/drawing/2014/main" id="{0D827F1A-B72D-4F2F-AE14-1DFFF02E7B78}"/>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16200000" flipV="1">
            <a:off x="11750242" y="5045208"/>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t of cut green olives on white background. | Premium Photo">
            <a:extLst>
              <a:ext uri="{FF2B5EF4-FFF2-40B4-BE49-F238E27FC236}">
                <a16:creationId xmlns:a16="http://schemas.microsoft.com/office/drawing/2014/main" id="{626322CB-F27A-4B9F-9CD8-FF3AC0B5638F}"/>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7372261" y="6026343"/>
            <a:ext cx="595714" cy="51683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awberry cut Images - Free Download on Freepik">
            <a:extLst>
              <a:ext uri="{FF2B5EF4-FFF2-40B4-BE49-F238E27FC236}">
                <a16:creationId xmlns:a16="http://schemas.microsoft.com/office/drawing/2014/main" id="{E360E86C-6857-46E2-971E-6C251FD4AFF4}"/>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14985088">
            <a:off x="2158234" y="1746372"/>
            <a:ext cx="988760" cy="13050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trawberry cut Images - Free Download on Freepik">
            <a:extLst>
              <a:ext uri="{FF2B5EF4-FFF2-40B4-BE49-F238E27FC236}">
                <a16:creationId xmlns:a16="http://schemas.microsoft.com/office/drawing/2014/main" id="{93FBCD92-21B2-40C9-96C4-023FBE13CEF3}"/>
              </a:ext>
            </a:extLst>
          </p:cNvPr>
          <p:cNvPicPr>
            <a:picLocks noChangeAspect="1" noChangeArrowheads="1"/>
          </p:cNvPicPr>
          <p:nvPr/>
        </p:nvPicPr>
        <p:blipFill rotWithShape="1">
          <a:blip r:embed="rId10">
            <a:extLst>
              <a:ext uri="{BEBA8EAE-BF5A-486C-A8C5-ECC9F3942E4B}">
                <a14:imgProps xmlns:a14="http://schemas.microsoft.com/office/drawing/2010/main">
                  <a14:imgLayer r:embed="rId9">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a:off x="11580853" y="2528651"/>
            <a:ext cx="890253" cy="7575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 Cabbage Leaf, A Slice, Cabbage, Leaf PNG Transparent Image and Clipart  for Free Download">
            <a:extLst>
              <a:ext uri="{FF2B5EF4-FFF2-40B4-BE49-F238E27FC236}">
                <a16:creationId xmlns:a16="http://schemas.microsoft.com/office/drawing/2014/main" id="{BDA60E98-803B-47C2-BD3E-D631F52131ED}"/>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18689318">
            <a:off x="11560260" y="-228548"/>
            <a:ext cx="1184413" cy="11844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omato Slice PNG Transparent Image - Freepngdesign.com">
            <a:extLst>
              <a:ext uri="{FF2B5EF4-FFF2-40B4-BE49-F238E27FC236}">
                <a16:creationId xmlns:a16="http://schemas.microsoft.com/office/drawing/2014/main" id="{04009097-3F26-4210-BE49-A0A28C5FA73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95438" y="290490"/>
            <a:ext cx="1453737" cy="109114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Set of cut green olives on white background. | Premium Photo">
            <a:extLst>
              <a:ext uri="{FF2B5EF4-FFF2-40B4-BE49-F238E27FC236}">
                <a16:creationId xmlns:a16="http://schemas.microsoft.com/office/drawing/2014/main" id="{036A004F-B222-4589-B255-E14A3CDC2996}"/>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138799" y="-31857"/>
            <a:ext cx="1000379" cy="86791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3C49D2D6-E428-46BB-8AFE-1581C59B455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8373220" y="1850904"/>
            <a:ext cx="1028570" cy="1028570"/>
          </a:xfrm>
          <a:prstGeom prst="rect">
            <a:avLst/>
          </a:prstGeom>
        </p:spPr>
      </p:pic>
      <p:pic>
        <p:nvPicPr>
          <p:cNvPr id="23" name="Picture 12" descr="A Cabbage Leaf, A Slice, Cabbage, Leaf PNG Transparent Image and Clipart  for Free Download">
            <a:extLst>
              <a:ext uri="{FF2B5EF4-FFF2-40B4-BE49-F238E27FC236}">
                <a16:creationId xmlns:a16="http://schemas.microsoft.com/office/drawing/2014/main" id="{4FFE0205-033B-44D6-9D33-496EB49D6EEF}"/>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7915305">
            <a:off x="578976" y="4429540"/>
            <a:ext cx="1184413" cy="118441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9D521103-DEE4-420C-BA64-DDCE5447CB43}"/>
              </a:ext>
            </a:extLst>
          </p:cNvPr>
          <p:cNvSpPr txBox="1"/>
          <p:nvPr/>
        </p:nvSpPr>
        <p:spPr>
          <a:xfrm>
            <a:off x="3994269" y="3217317"/>
            <a:ext cx="6956044" cy="1569660"/>
          </a:xfrm>
          <a:prstGeom prst="rect">
            <a:avLst/>
          </a:prstGeom>
          <a:noFill/>
        </p:spPr>
        <p:txBody>
          <a:bodyPr wrap="square" rtlCol="0">
            <a:spAutoFit/>
          </a:bodyPr>
          <a:lstStyle/>
          <a:p>
            <a:r>
              <a:rPr lang="en-US" sz="9600" dirty="0">
                <a:solidFill>
                  <a:srgbClr val="0B6F2A"/>
                </a:solidFill>
                <a:latin typeface="Eras Bold ITC" panose="020B0907030504020204" pitchFamily="34" charset="0"/>
              </a:rPr>
              <a:t>FOOD</a:t>
            </a:r>
            <a:endParaRPr lang="en-IN" sz="9600" dirty="0">
              <a:solidFill>
                <a:srgbClr val="0B6F2A"/>
              </a:solidFill>
              <a:latin typeface="Eras Bold ITC" panose="020B0907030504020204" pitchFamily="34" charset="0"/>
            </a:endParaRPr>
          </a:p>
        </p:txBody>
      </p:sp>
      <p:pic>
        <p:nvPicPr>
          <p:cNvPr id="24" name="Picture 2" descr="Tomato Slice PNG Transparent Image - Freepngdesign.com">
            <a:extLst>
              <a:ext uri="{FF2B5EF4-FFF2-40B4-BE49-F238E27FC236}">
                <a16:creationId xmlns:a16="http://schemas.microsoft.com/office/drawing/2014/main" id="{10F833EE-9A23-4418-ABF5-B776BECD282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V="1">
            <a:off x="2269833" y="4062973"/>
            <a:ext cx="1453737" cy="109114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Set of cut green olives on white background. | Premium Photo">
            <a:extLst>
              <a:ext uri="{FF2B5EF4-FFF2-40B4-BE49-F238E27FC236}">
                <a16:creationId xmlns:a16="http://schemas.microsoft.com/office/drawing/2014/main" id="{BB9217CF-D56C-4790-B9B9-5F472B831D2E}"/>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8211046" y="5467317"/>
            <a:ext cx="4396786" cy="381460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B9B3353-F048-4F7E-2F91-A6D4E3ED4241}"/>
              </a:ext>
            </a:extLst>
          </p:cNvPr>
          <p:cNvSpPr txBox="1"/>
          <p:nvPr/>
        </p:nvSpPr>
        <p:spPr>
          <a:xfrm>
            <a:off x="2617978" y="2062539"/>
            <a:ext cx="6956044" cy="1569660"/>
          </a:xfrm>
          <a:prstGeom prst="rect">
            <a:avLst/>
          </a:prstGeom>
          <a:noFill/>
        </p:spPr>
        <p:txBody>
          <a:bodyPr wrap="square" rtlCol="0">
            <a:spAutoFit/>
          </a:bodyPr>
          <a:lstStyle/>
          <a:p>
            <a:r>
              <a:rPr lang="en-US" sz="9600" dirty="0">
                <a:solidFill>
                  <a:srgbClr val="0B6F2A"/>
                </a:solidFill>
                <a:latin typeface="Eras Bold ITC" panose="020B0907030504020204" pitchFamily="34" charset="0"/>
              </a:rPr>
              <a:t>HEALTHY</a:t>
            </a:r>
          </a:p>
        </p:txBody>
      </p:sp>
    </p:spTree>
    <p:extLst>
      <p:ext uri="{BB962C8B-B14F-4D97-AF65-F5344CB8AC3E}">
        <p14:creationId xmlns:p14="http://schemas.microsoft.com/office/powerpoint/2010/main" val="61891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6D2227-0A44-A607-ED68-30E57267E181}"/>
              </a:ext>
            </a:extLst>
          </p:cNvPr>
          <p:cNvSpPr/>
          <p:nvPr/>
        </p:nvSpPr>
        <p:spPr>
          <a:xfrm>
            <a:off x="-13252" y="16042"/>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9" name="Freeform: Shape 8">
            <a:extLst>
              <a:ext uri="{FF2B5EF4-FFF2-40B4-BE49-F238E27FC236}">
                <a16:creationId xmlns:a16="http://schemas.microsoft.com/office/drawing/2014/main" id="{15FE878C-7150-FA14-60AF-D0E7E5B2266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1" name="Freeform: Shape 10">
            <a:extLst>
              <a:ext uri="{FF2B5EF4-FFF2-40B4-BE49-F238E27FC236}">
                <a16:creationId xmlns:a16="http://schemas.microsoft.com/office/drawing/2014/main" id="{8F193649-C4D9-32E7-573A-9F92B295CCB7}"/>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13" name="Freeform: Shape 12">
            <a:extLst>
              <a:ext uri="{FF2B5EF4-FFF2-40B4-BE49-F238E27FC236}">
                <a16:creationId xmlns:a16="http://schemas.microsoft.com/office/drawing/2014/main" id="{E8D06592-A052-31A8-ADE6-092DF9F754E7}"/>
              </a:ext>
            </a:extLst>
          </p:cNvPr>
          <p:cNvSpPr/>
          <p:nvPr/>
        </p:nvSpPr>
        <p:spPr>
          <a:xfrm rot="10800000">
            <a:off x="0" y="4149604"/>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4" name="TextBox 13">
            <a:extLst>
              <a:ext uri="{FF2B5EF4-FFF2-40B4-BE49-F238E27FC236}">
                <a16:creationId xmlns:a16="http://schemas.microsoft.com/office/drawing/2014/main" id="{66F56D82-EC18-DC7B-97E9-B6669F7CE9C1}"/>
              </a:ext>
            </a:extLst>
          </p:cNvPr>
          <p:cNvSpPr txBox="1"/>
          <p:nvPr/>
        </p:nvSpPr>
        <p:spPr>
          <a:xfrm>
            <a:off x="1788695" y="1378261"/>
            <a:ext cx="914400" cy="914400"/>
          </a:xfrm>
          <a:prstGeom prst="rect">
            <a:avLst/>
          </a:prstGeom>
          <a:noFill/>
        </p:spPr>
        <p:txBody>
          <a:bodyPr wrap="square" rtlCol="0">
            <a:spAutoFit/>
          </a:bodyPr>
          <a:lstStyle/>
          <a:p>
            <a:endParaRPr lang="en-IN" dirty="0"/>
          </a:p>
        </p:txBody>
      </p:sp>
      <p:pic>
        <p:nvPicPr>
          <p:cNvPr id="3" name="Picture 2">
            <a:extLst>
              <a:ext uri="{FF2B5EF4-FFF2-40B4-BE49-F238E27FC236}">
                <a16:creationId xmlns:a16="http://schemas.microsoft.com/office/drawing/2014/main" id="{2A1418CB-2FEC-4540-AA55-83794898572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6724781" y="2740480"/>
            <a:ext cx="5075583" cy="4572000"/>
          </a:xfrm>
          <a:prstGeom prst="rect">
            <a:avLst/>
          </a:prstGeom>
        </p:spPr>
      </p:pic>
      <p:pic>
        <p:nvPicPr>
          <p:cNvPr id="8" name="Picture 7">
            <a:extLst>
              <a:ext uri="{FF2B5EF4-FFF2-40B4-BE49-F238E27FC236}">
                <a16:creationId xmlns:a16="http://schemas.microsoft.com/office/drawing/2014/main" id="{21F92662-60A8-40E9-8089-860D681CAC9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234002" y="2169394"/>
            <a:ext cx="1028570" cy="1028570"/>
          </a:xfrm>
          <a:prstGeom prst="rect">
            <a:avLst/>
          </a:prstGeom>
        </p:spPr>
      </p:pic>
      <p:pic>
        <p:nvPicPr>
          <p:cNvPr id="1028" name="Picture 4" descr="Set of flying cut black olives on white background, closeup | Premium Photo">
            <a:extLst>
              <a:ext uri="{FF2B5EF4-FFF2-40B4-BE49-F238E27FC236}">
                <a16:creationId xmlns:a16="http://schemas.microsoft.com/office/drawing/2014/main" id="{9FD67B6D-E198-43CF-9422-7894158FF0B5}"/>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7531729" y="2660488"/>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Set of flying cut black olives on white background, closeup | Premium Photo">
            <a:extLst>
              <a:ext uri="{FF2B5EF4-FFF2-40B4-BE49-F238E27FC236}">
                <a16:creationId xmlns:a16="http://schemas.microsoft.com/office/drawing/2014/main" id="{0D827F1A-B72D-4F2F-AE14-1DFFF02E7B78}"/>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16200000" flipV="1">
            <a:off x="10326263" y="3074840"/>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t of cut green olives on white background. | Premium Photo">
            <a:extLst>
              <a:ext uri="{FF2B5EF4-FFF2-40B4-BE49-F238E27FC236}">
                <a16:creationId xmlns:a16="http://schemas.microsoft.com/office/drawing/2014/main" id="{626322CB-F27A-4B9F-9CD8-FF3AC0B5638F}"/>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7327387" y="3784648"/>
            <a:ext cx="595714" cy="51683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awberry cut Images - Free Download on Freepik">
            <a:extLst>
              <a:ext uri="{FF2B5EF4-FFF2-40B4-BE49-F238E27FC236}">
                <a16:creationId xmlns:a16="http://schemas.microsoft.com/office/drawing/2014/main" id="{E360E86C-6857-46E2-971E-6C251FD4AFF4}"/>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16200000">
            <a:off x="7783674" y="1485967"/>
            <a:ext cx="988760" cy="79513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trawberry cut Images - Free Download on Freepik">
            <a:extLst>
              <a:ext uri="{FF2B5EF4-FFF2-40B4-BE49-F238E27FC236}">
                <a16:creationId xmlns:a16="http://schemas.microsoft.com/office/drawing/2014/main" id="{93FBCD92-21B2-40C9-96C4-023FBE13CEF3}"/>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1">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a:off x="9973831" y="2134008"/>
            <a:ext cx="890253" cy="7575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 Cabbage Leaf, A Slice, Cabbage, Leaf PNG Transparent Image and Clipart  for Free Download">
            <a:extLst>
              <a:ext uri="{FF2B5EF4-FFF2-40B4-BE49-F238E27FC236}">
                <a16:creationId xmlns:a16="http://schemas.microsoft.com/office/drawing/2014/main" id="{BDA60E98-803B-47C2-BD3E-D631F52131ED}"/>
              </a:ext>
            </a:extLst>
          </p:cNvPr>
          <p:cNvPicPr>
            <a:picLocks noChangeAspect="1" noChangeArrowheads="1"/>
          </p:cNvPicPr>
          <p:nvPr/>
        </p:nvPicPr>
        <p:blipFill>
          <a:blip r:embed="rId13">
            <a:extLst>
              <a:ext uri="{BEBA8EAE-BF5A-486C-A8C5-ECC9F3942E4B}">
                <a14:imgProps xmlns:a14="http://schemas.microsoft.com/office/drawing/2010/main">
                  <a14:imgLayer r:embed="rId14">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18689318">
            <a:off x="9404161" y="651128"/>
            <a:ext cx="1184413" cy="11844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omato Slice PNG Transparent Image - Freepngdesign.com">
            <a:extLst>
              <a:ext uri="{FF2B5EF4-FFF2-40B4-BE49-F238E27FC236}">
                <a16:creationId xmlns:a16="http://schemas.microsoft.com/office/drawing/2014/main" id="{04009097-3F26-4210-BE49-A0A28C5FA73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985936" y="1389152"/>
            <a:ext cx="1453737" cy="109114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Set of cut green olives on white background. | Premium Photo">
            <a:extLst>
              <a:ext uri="{FF2B5EF4-FFF2-40B4-BE49-F238E27FC236}">
                <a16:creationId xmlns:a16="http://schemas.microsoft.com/office/drawing/2014/main" id="{036A004F-B222-4589-B255-E14A3CDC2996}"/>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8335576" y="614921"/>
            <a:ext cx="1000379" cy="86791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3C49D2D6-E428-46BB-8AFE-1581C59B455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9198519" y="3966467"/>
            <a:ext cx="1028570" cy="1028570"/>
          </a:xfrm>
          <a:prstGeom prst="rect">
            <a:avLst/>
          </a:prstGeom>
        </p:spPr>
      </p:pic>
      <p:pic>
        <p:nvPicPr>
          <p:cNvPr id="23" name="Picture 12" descr="A Cabbage Leaf, A Slice, Cabbage, Leaf PNG Transparent Image and Clipart  for Free Download">
            <a:extLst>
              <a:ext uri="{FF2B5EF4-FFF2-40B4-BE49-F238E27FC236}">
                <a16:creationId xmlns:a16="http://schemas.microsoft.com/office/drawing/2014/main" id="{4FFE0205-033B-44D6-9D33-496EB49D6EEF}"/>
              </a:ext>
            </a:extLst>
          </p:cNvPr>
          <p:cNvPicPr>
            <a:picLocks noChangeAspect="1" noChangeArrowheads="1"/>
          </p:cNvPicPr>
          <p:nvPr/>
        </p:nvPicPr>
        <p:blipFill>
          <a:blip r:embed="rId13">
            <a:extLst>
              <a:ext uri="{BEBA8EAE-BF5A-486C-A8C5-ECC9F3942E4B}">
                <a14:imgProps xmlns:a14="http://schemas.microsoft.com/office/drawing/2010/main">
                  <a14:imgLayer r:embed="rId14">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7915305">
            <a:off x="8228104" y="3717524"/>
            <a:ext cx="1184413" cy="1184413"/>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742161C3-19A4-48FB-9F5C-31F5F09CBB5F}"/>
              </a:ext>
            </a:extLst>
          </p:cNvPr>
          <p:cNvSpPr txBox="1"/>
          <p:nvPr/>
        </p:nvSpPr>
        <p:spPr>
          <a:xfrm>
            <a:off x="550636" y="2062539"/>
            <a:ext cx="6956044" cy="1569660"/>
          </a:xfrm>
          <a:prstGeom prst="rect">
            <a:avLst/>
          </a:prstGeom>
          <a:noFill/>
        </p:spPr>
        <p:txBody>
          <a:bodyPr wrap="square" rtlCol="0">
            <a:spAutoFit/>
          </a:bodyPr>
          <a:lstStyle/>
          <a:p>
            <a:r>
              <a:rPr lang="en-US" sz="9600" dirty="0">
                <a:solidFill>
                  <a:srgbClr val="0B6F2A"/>
                </a:solidFill>
                <a:latin typeface="Eras Bold ITC" panose="020B0907030504020204" pitchFamily="34" charset="0"/>
              </a:rPr>
              <a:t>HEALTHY</a:t>
            </a:r>
          </a:p>
        </p:txBody>
      </p:sp>
      <p:sp>
        <p:nvSpPr>
          <p:cNvPr id="25" name="TextBox 24">
            <a:extLst>
              <a:ext uri="{FF2B5EF4-FFF2-40B4-BE49-F238E27FC236}">
                <a16:creationId xmlns:a16="http://schemas.microsoft.com/office/drawing/2014/main" id="{8FAE6C18-50CE-433C-8452-9F42F73CDB7E}"/>
              </a:ext>
            </a:extLst>
          </p:cNvPr>
          <p:cNvSpPr txBox="1"/>
          <p:nvPr/>
        </p:nvSpPr>
        <p:spPr>
          <a:xfrm>
            <a:off x="1926927" y="3217317"/>
            <a:ext cx="6956044" cy="1569660"/>
          </a:xfrm>
          <a:prstGeom prst="rect">
            <a:avLst/>
          </a:prstGeom>
          <a:noFill/>
        </p:spPr>
        <p:txBody>
          <a:bodyPr wrap="square" rtlCol="0">
            <a:spAutoFit/>
          </a:bodyPr>
          <a:lstStyle/>
          <a:p>
            <a:r>
              <a:rPr lang="en-US" sz="9600" dirty="0">
                <a:solidFill>
                  <a:srgbClr val="0B6F2A"/>
                </a:solidFill>
                <a:latin typeface="Eras Bold ITC" panose="020B0907030504020204" pitchFamily="34" charset="0"/>
              </a:rPr>
              <a:t>FOOD</a:t>
            </a:r>
            <a:endParaRPr lang="en-IN" sz="9600" dirty="0">
              <a:solidFill>
                <a:srgbClr val="0B6F2A"/>
              </a:solidFill>
              <a:latin typeface="Eras Bold ITC" panose="020B0907030504020204" pitchFamily="34" charset="0"/>
            </a:endParaRPr>
          </a:p>
        </p:txBody>
      </p:sp>
      <p:pic>
        <p:nvPicPr>
          <p:cNvPr id="28" name="Picture 2" descr="Tomato Slice PNG Transparent Image - Freepngdesign.com">
            <a:extLst>
              <a:ext uri="{FF2B5EF4-FFF2-40B4-BE49-F238E27FC236}">
                <a16:creationId xmlns:a16="http://schemas.microsoft.com/office/drawing/2014/main" id="{42B015DE-5B1E-46C1-AAC5-6A11A05201B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3717537" y="1624101"/>
            <a:ext cx="1018421" cy="76440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30E9C68A-DAC7-44FD-8ADD-A70E4880C2D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2821173" y="3503298"/>
            <a:ext cx="1028570" cy="1028570"/>
          </a:xfrm>
          <a:prstGeom prst="rect">
            <a:avLst/>
          </a:prstGeom>
        </p:spPr>
      </p:pic>
      <p:pic>
        <p:nvPicPr>
          <p:cNvPr id="30" name="Picture 6" descr="Set of cut green olives on white background. | Premium Photo">
            <a:extLst>
              <a:ext uri="{FF2B5EF4-FFF2-40B4-BE49-F238E27FC236}">
                <a16:creationId xmlns:a16="http://schemas.microsoft.com/office/drawing/2014/main" id="{3272C27B-5FBC-4E83-9BCB-D040725B44E6}"/>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3799187" y="3593093"/>
            <a:ext cx="1000379" cy="867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8756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6D2227-0A44-A607-ED68-30E57267E181}"/>
              </a:ext>
            </a:extLst>
          </p:cNvPr>
          <p:cNvSpPr/>
          <p:nvPr/>
        </p:nvSpPr>
        <p:spPr>
          <a:xfrm>
            <a:off x="0" y="0"/>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9" name="Freeform: Shape 8">
            <a:extLst>
              <a:ext uri="{FF2B5EF4-FFF2-40B4-BE49-F238E27FC236}">
                <a16:creationId xmlns:a16="http://schemas.microsoft.com/office/drawing/2014/main" id="{15FE878C-7150-FA14-60AF-D0E7E5B2266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1" name="Freeform: Shape 10">
            <a:extLst>
              <a:ext uri="{FF2B5EF4-FFF2-40B4-BE49-F238E27FC236}">
                <a16:creationId xmlns:a16="http://schemas.microsoft.com/office/drawing/2014/main" id="{8F193649-C4D9-32E7-573A-9F92B295CCB7}"/>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13" name="Freeform: Shape 12">
            <a:extLst>
              <a:ext uri="{FF2B5EF4-FFF2-40B4-BE49-F238E27FC236}">
                <a16:creationId xmlns:a16="http://schemas.microsoft.com/office/drawing/2014/main" id="{E8D06592-A052-31A8-ADE6-092DF9F754E7}"/>
              </a:ext>
            </a:extLst>
          </p:cNvPr>
          <p:cNvSpPr/>
          <p:nvPr/>
        </p:nvSpPr>
        <p:spPr>
          <a:xfrm rot="10800000">
            <a:off x="0" y="4876800"/>
            <a:ext cx="2292626" cy="1997242"/>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4" name="TextBox 13">
            <a:extLst>
              <a:ext uri="{FF2B5EF4-FFF2-40B4-BE49-F238E27FC236}">
                <a16:creationId xmlns:a16="http://schemas.microsoft.com/office/drawing/2014/main" id="{66F56D82-EC18-DC7B-97E9-B6669F7CE9C1}"/>
              </a:ext>
            </a:extLst>
          </p:cNvPr>
          <p:cNvSpPr txBox="1"/>
          <p:nvPr/>
        </p:nvSpPr>
        <p:spPr>
          <a:xfrm>
            <a:off x="304799" y="668712"/>
            <a:ext cx="7513984" cy="91440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202690BA-217C-440E-8A06-B561B5013145}"/>
              </a:ext>
            </a:extLst>
          </p:cNvPr>
          <p:cNvSpPr txBox="1"/>
          <p:nvPr/>
        </p:nvSpPr>
        <p:spPr>
          <a:xfrm>
            <a:off x="805857" y="447779"/>
            <a:ext cx="8007801" cy="861774"/>
          </a:xfrm>
          <a:prstGeom prst="rect">
            <a:avLst/>
          </a:prstGeom>
          <a:noFill/>
        </p:spPr>
        <p:txBody>
          <a:bodyPr wrap="square" rtlCol="0">
            <a:spAutoFit/>
          </a:bodyPr>
          <a:lstStyle/>
          <a:p>
            <a:r>
              <a:rPr lang="en-IN" sz="5000" dirty="0">
                <a:solidFill>
                  <a:srgbClr val="0B6F2A"/>
                </a:solidFill>
                <a:latin typeface="Calibri" panose="020F0502020204030204" pitchFamily="34" charset="0"/>
                <a:cs typeface="Calibri" panose="020F0502020204030204" pitchFamily="34" charset="0"/>
              </a:rPr>
              <a:t>What is Healthy Food?</a:t>
            </a:r>
          </a:p>
        </p:txBody>
      </p:sp>
      <p:pic>
        <p:nvPicPr>
          <p:cNvPr id="10" name="Picture 9">
            <a:extLst>
              <a:ext uri="{FF2B5EF4-FFF2-40B4-BE49-F238E27FC236}">
                <a16:creationId xmlns:a16="http://schemas.microsoft.com/office/drawing/2014/main" id="{74B7E872-A994-4A67-BE6A-B9C4E7F3977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427569" y="2499506"/>
            <a:ext cx="1028570" cy="1028570"/>
          </a:xfrm>
          <a:prstGeom prst="rect">
            <a:avLst/>
          </a:prstGeom>
        </p:spPr>
      </p:pic>
      <p:pic>
        <p:nvPicPr>
          <p:cNvPr id="12" name="Picture 4" descr="Set of flying cut black olives on white background, closeup | Premium Photo">
            <a:extLst>
              <a:ext uri="{FF2B5EF4-FFF2-40B4-BE49-F238E27FC236}">
                <a16:creationId xmlns:a16="http://schemas.microsoft.com/office/drawing/2014/main" id="{F41AAFE6-53F8-448C-A99A-12D229D51E77}"/>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2137407" y="5167261"/>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Set of flying cut black olives on white background, closeup | Premium Photo">
            <a:extLst>
              <a:ext uri="{FF2B5EF4-FFF2-40B4-BE49-F238E27FC236}">
                <a16:creationId xmlns:a16="http://schemas.microsoft.com/office/drawing/2014/main" id="{DED47286-0A6A-4705-90AA-1D00D2DF490F}"/>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16200000" flipV="1">
            <a:off x="9342263" y="2150642"/>
            <a:ext cx="4926561" cy="463920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Strawberry cut Images - Free Download on Freepik">
            <a:extLst>
              <a:ext uri="{FF2B5EF4-FFF2-40B4-BE49-F238E27FC236}">
                <a16:creationId xmlns:a16="http://schemas.microsoft.com/office/drawing/2014/main" id="{AE61ADE8-A49A-4964-8F96-934A3A294BBA}"/>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16200000">
            <a:off x="7783674" y="1485967"/>
            <a:ext cx="988760" cy="79513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Strawberry cut Images - Free Download on Freepik">
            <a:extLst>
              <a:ext uri="{FF2B5EF4-FFF2-40B4-BE49-F238E27FC236}">
                <a16:creationId xmlns:a16="http://schemas.microsoft.com/office/drawing/2014/main" id="{84022F27-3E9F-408A-9684-87963D4D3CFB}"/>
              </a:ext>
            </a:extLst>
          </p:cNvPr>
          <p:cNvPicPr>
            <a:picLocks noChangeAspect="1" noChangeArrowheads="1"/>
          </p:cNvPicPr>
          <p:nvPr/>
        </p:nvPicPr>
        <p:blipFill rotWithShape="1">
          <a:blip r:embed="rId8">
            <a:extLst>
              <a:ext uri="{BEBA8EAE-BF5A-486C-A8C5-ECC9F3942E4B}">
                <a14:imgProps xmlns:a14="http://schemas.microsoft.com/office/drawing/2010/main">
                  <a14:imgLayer r:embed="rId7">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a:off x="31950" y="1112831"/>
            <a:ext cx="890253" cy="75752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A Cabbage Leaf, A Slice, Cabbage, Leaf PNG Transparent Image and Clipart  for Free Download">
            <a:extLst>
              <a:ext uri="{FF2B5EF4-FFF2-40B4-BE49-F238E27FC236}">
                <a16:creationId xmlns:a16="http://schemas.microsoft.com/office/drawing/2014/main" id="{9143C9FE-4E74-43DF-9D33-CB36DBCE132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18689318">
            <a:off x="6615407" y="4911628"/>
            <a:ext cx="2726241" cy="27262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Tomato Slice PNG Transparent Image - Freepngdesign.com">
            <a:extLst>
              <a:ext uri="{FF2B5EF4-FFF2-40B4-BE49-F238E27FC236}">
                <a16:creationId xmlns:a16="http://schemas.microsoft.com/office/drawing/2014/main" id="{F43FCD05-4BAC-4D42-9EC7-033A6ED740A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46806" y="-1189953"/>
            <a:ext cx="3378342" cy="253570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Set of cut green olives on white background. | Premium Photo">
            <a:extLst>
              <a:ext uri="{FF2B5EF4-FFF2-40B4-BE49-F238E27FC236}">
                <a16:creationId xmlns:a16="http://schemas.microsoft.com/office/drawing/2014/main" id="{F7199EDC-D64A-4CD1-AB1E-E604DCE4260E}"/>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6405862" y="-169615"/>
            <a:ext cx="1000379" cy="86791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8D0A3503-C2AA-4A5E-AE0A-1FA4968373C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8835765" y="6243079"/>
            <a:ext cx="1028570" cy="1028570"/>
          </a:xfrm>
          <a:prstGeom prst="rect">
            <a:avLst/>
          </a:prstGeom>
        </p:spPr>
      </p:pic>
      <p:pic>
        <p:nvPicPr>
          <p:cNvPr id="23" name="Picture 2" descr="Tomato Slice PNG Transparent Image - Freepngdesign.com">
            <a:extLst>
              <a:ext uri="{FF2B5EF4-FFF2-40B4-BE49-F238E27FC236}">
                <a16:creationId xmlns:a16="http://schemas.microsoft.com/office/drawing/2014/main" id="{B9696DCF-8FE5-47A6-91AA-E8CE3ED3B49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flipH="1">
            <a:off x="6311502" y="3902938"/>
            <a:ext cx="1018421" cy="76440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C4648977-984A-4D7B-A224-7785DFD29AD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514285" y="6263858"/>
            <a:ext cx="1028570" cy="1028570"/>
          </a:xfrm>
          <a:prstGeom prst="rect">
            <a:avLst/>
          </a:prstGeom>
        </p:spPr>
      </p:pic>
      <p:pic>
        <p:nvPicPr>
          <p:cNvPr id="25" name="Picture 6" descr="Set of cut green olives on white background. | Premium Photo">
            <a:extLst>
              <a:ext uri="{FF2B5EF4-FFF2-40B4-BE49-F238E27FC236}">
                <a16:creationId xmlns:a16="http://schemas.microsoft.com/office/drawing/2014/main" id="{B0B27191-C7DA-4348-961A-A2FA5E6BAFCB}"/>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3374313" y="5998103"/>
            <a:ext cx="2664519" cy="23117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BA0D09B-1AF8-4423-83F9-6C5A43BE0861}"/>
              </a:ext>
            </a:extLst>
          </p:cNvPr>
          <p:cNvSpPr txBox="1"/>
          <p:nvPr/>
        </p:nvSpPr>
        <p:spPr>
          <a:xfrm>
            <a:off x="847749" y="1586548"/>
            <a:ext cx="6980059" cy="4708981"/>
          </a:xfrm>
          <a:prstGeom prst="rect">
            <a:avLst/>
          </a:prstGeom>
          <a:noFill/>
        </p:spPr>
        <p:txBody>
          <a:bodyPr wrap="square" rtlCol="0">
            <a:spAutoFit/>
          </a:bodyPr>
          <a:lstStyle/>
          <a:p>
            <a:r>
              <a:rPr lang="en-IN" sz="3000" dirty="0">
                <a:solidFill>
                  <a:srgbClr val="CE2104"/>
                </a:solidFill>
                <a:latin typeface="Calibri (body)"/>
                <a:cs typeface="Calibri" panose="020F0502020204030204" pitchFamily="34" charset="0"/>
              </a:rPr>
              <a:t>Healthy food is food that provides the </a:t>
            </a:r>
          </a:p>
          <a:p>
            <a:r>
              <a:rPr lang="en-IN" sz="3000" dirty="0">
                <a:solidFill>
                  <a:srgbClr val="CE2104"/>
                </a:solidFill>
                <a:latin typeface="Calibri (body)"/>
                <a:cs typeface="Calibri" panose="020F0502020204030204" pitchFamily="34" charset="0"/>
              </a:rPr>
              <a:t>Essential nutrients our body needs to </a:t>
            </a:r>
          </a:p>
          <a:p>
            <a:r>
              <a:rPr lang="en-IN" sz="3000" dirty="0">
                <a:solidFill>
                  <a:srgbClr val="CE2104"/>
                </a:solidFill>
                <a:latin typeface="Calibri (body)"/>
                <a:cs typeface="Calibri" panose="020F0502020204030204" pitchFamily="34" charset="0"/>
              </a:rPr>
              <a:t>function properly, grow, and stay strong. It</a:t>
            </a:r>
          </a:p>
          <a:p>
            <a:r>
              <a:rPr lang="en-IN" sz="3000" dirty="0">
                <a:solidFill>
                  <a:srgbClr val="CE2104"/>
                </a:solidFill>
                <a:latin typeface="Calibri (body)"/>
                <a:cs typeface="Calibri" panose="020F0502020204030204" pitchFamily="34" charset="0"/>
              </a:rPr>
              <a:t>Includes items rich in vitamins, minerals,</a:t>
            </a:r>
          </a:p>
          <a:p>
            <a:r>
              <a:rPr lang="en-IN" sz="3000" dirty="0">
                <a:solidFill>
                  <a:srgbClr val="CE2104"/>
                </a:solidFill>
                <a:latin typeface="Calibri (body)"/>
                <a:cs typeface="Calibri" panose="020F0502020204030204" pitchFamily="34" charset="0"/>
              </a:rPr>
              <a:t>Proteins, </a:t>
            </a:r>
            <a:r>
              <a:rPr lang="en-IN" sz="3000" dirty="0" err="1">
                <a:solidFill>
                  <a:srgbClr val="CE2104"/>
                </a:solidFill>
                <a:latin typeface="Calibri (body)"/>
                <a:cs typeface="Calibri" panose="020F0502020204030204" pitchFamily="34" charset="0"/>
              </a:rPr>
              <a:t>fiber</a:t>
            </a:r>
            <a:r>
              <a:rPr lang="en-IN" sz="3000" dirty="0">
                <a:solidFill>
                  <a:srgbClr val="CE2104"/>
                </a:solidFill>
                <a:latin typeface="Calibri (body)"/>
                <a:cs typeface="Calibri" panose="020F0502020204030204" pitchFamily="34" charset="0"/>
              </a:rPr>
              <a:t>, and healthy fats, such as</a:t>
            </a:r>
          </a:p>
          <a:p>
            <a:r>
              <a:rPr lang="en-IN" sz="3000" dirty="0">
                <a:solidFill>
                  <a:srgbClr val="CE2104"/>
                </a:solidFill>
                <a:latin typeface="Calibri (body)"/>
                <a:cs typeface="Calibri" panose="020F0502020204030204" pitchFamily="34" charset="0"/>
              </a:rPr>
              <a:t>Fruits, vegetables, whole grains, lean</a:t>
            </a:r>
          </a:p>
          <a:p>
            <a:r>
              <a:rPr lang="en-IN" sz="3000" dirty="0">
                <a:solidFill>
                  <a:srgbClr val="CE2104"/>
                </a:solidFill>
                <a:latin typeface="Calibri (body)"/>
                <a:cs typeface="Calibri" panose="020F0502020204030204" pitchFamily="34" charset="0"/>
              </a:rPr>
              <a:t>Meats, nuts and dairy. </a:t>
            </a:r>
          </a:p>
          <a:p>
            <a:endParaRPr lang="en-IN" sz="3000" dirty="0">
              <a:latin typeface="Calibri (body)"/>
              <a:cs typeface="Calibri" panose="020F0502020204030204" pitchFamily="34" charset="0"/>
            </a:endParaRPr>
          </a:p>
          <a:p>
            <a:endParaRPr lang="en-IN" sz="3000" dirty="0">
              <a:latin typeface="Calibri (body)"/>
              <a:cs typeface="Calibri" panose="020F0502020204030204" pitchFamily="34" charset="0"/>
            </a:endParaRPr>
          </a:p>
          <a:p>
            <a:endParaRPr lang="en-IN" sz="3000" dirty="0">
              <a:latin typeface="Calibri (body)"/>
              <a:cs typeface="Calibri" panose="020F0502020204030204" pitchFamily="34" charset="0"/>
            </a:endParaRPr>
          </a:p>
        </p:txBody>
      </p:sp>
    </p:spTree>
    <p:extLst>
      <p:ext uri="{BB962C8B-B14F-4D97-AF65-F5344CB8AC3E}">
        <p14:creationId xmlns:p14="http://schemas.microsoft.com/office/powerpoint/2010/main" val="380734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D4237A3B-4F53-4242-9838-9441482994AC}"/>
              </a:ext>
            </a:extLst>
          </p:cNvPr>
          <p:cNvSpPr/>
          <p:nvPr/>
        </p:nvSpPr>
        <p:spPr>
          <a:xfrm>
            <a:off x="-13252" y="16042"/>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33" name="Freeform: Shape 32">
            <a:extLst>
              <a:ext uri="{FF2B5EF4-FFF2-40B4-BE49-F238E27FC236}">
                <a16:creationId xmlns:a16="http://schemas.microsoft.com/office/drawing/2014/main" id="{04508D4D-1634-4878-B6B2-8F5B0DDE40D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34" name="Freeform: Shape 33">
            <a:extLst>
              <a:ext uri="{FF2B5EF4-FFF2-40B4-BE49-F238E27FC236}">
                <a16:creationId xmlns:a16="http://schemas.microsoft.com/office/drawing/2014/main" id="{DB77DEA8-4085-4F20-8241-E744395339EB}"/>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36" name="TextBox 35">
            <a:extLst>
              <a:ext uri="{FF2B5EF4-FFF2-40B4-BE49-F238E27FC236}">
                <a16:creationId xmlns:a16="http://schemas.microsoft.com/office/drawing/2014/main" id="{F307F69D-ED7A-471C-951A-6DECAF73B2F3}"/>
              </a:ext>
            </a:extLst>
          </p:cNvPr>
          <p:cNvSpPr txBox="1"/>
          <p:nvPr/>
        </p:nvSpPr>
        <p:spPr>
          <a:xfrm>
            <a:off x="1788695" y="1378261"/>
            <a:ext cx="914400" cy="914400"/>
          </a:xfrm>
          <a:prstGeom prst="rect">
            <a:avLst/>
          </a:prstGeom>
          <a:noFill/>
        </p:spPr>
        <p:txBody>
          <a:bodyPr wrap="square" rtlCol="0">
            <a:spAutoFit/>
          </a:bodyPr>
          <a:lstStyle/>
          <a:p>
            <a:endParaRPr lang="en-IN" dirty="0"/>
          </a:p>
        </p:txBody>
      </p:sp>
      <p:pic>
        <p:nvPicPr>
          <p:cNvPr id="37" name="Picture 36">
            <a:extLst>
              <a:ext uri="{FF2B5EF4-FFF2-40B4-BE49-F238E27FC236}">
                <a16:creationId xmlns:a16="http://schemas.microsoft.com/office/drawing/2014/main" id="{1C7D67BC-F0C7-4C8C-80BE-301A7E04CE7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753571" y="5770475"/>
            <a:ext cx="1028570" cy="1028570"/>
          </a:xfrm>
          <a:prstGeom prst="rect">
            <a:avLst/>
          </a:prstGeom>
        </p:spPr>
      </p:pic>
      <p:pic>
        <p:nvPicPr>
          <p:cNvPr id="38" name="Picture 4" descr="Set of flying cut black olives on white background, closeup | Premium Photo">
            <a:extLst>
              <a:ext uri="{FF2B5EF4-FFF2-40B4-BE49-F238E27FC236}">
                <a16:creationId xmlns:a16="http://schemas.microsoft.com/office/drawing/2014/main" id="{E59E6C36-8AC5-4B82-B047-A4197161585D}"/>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138799" y="6164415"/>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Set of cut green olives on white background. | Premium Photo">
            <a:extLst>
              <a:ext uri="{FF2B5EF4-FFF2-40B4-BE49-F238E27FC236}">
                <a16:creationId xmlns:a16="http://schemas.microsoft.com/office/drawing/2014/main" id="{CCA609EF-883D-4C51-89CD-BEDC98AD0079}"/>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8390615" y="5329798"/>
            <a:ext cx="595714" cy="51683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Strawberry cut Images - Free Download on Freepik">
            <a:extLst>
              <a:ext uri="{FF2B5EF4-FFF2-40B4-BE49-F238E27FC236}">
                <a16:creationId xmlns:a16="http://schemas.microsoft.com/office/drawing/2014/main" id="{6C15F790-AD69-4FE9-AF5A-36E69277D581}"/>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2865255">
            <a:off x="-348003" y="-319961"/>
            <a:ext cx="1222856" cy="122089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Tomato Slice PNG Transparent Image - Freepngdesign.com">
            <a:extLst>
              <a:ext uri="{FF2B5EF4-FFF2-40B4-BE49-F238E27FC236}">
                <a16:creationId xmlns:a16="http://schemas.microsoft.com/office/drawing/2014/main" id="{870FD5DD-575D-451D-88B0-B7E274BAEA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95438" y="290490"/>
            <a:ext cx="1453737" cy="109114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Set of cut green olives on white background. | Premium Photo">
            <a:extLst>
              <a:ext uri="{FF2B5EF4-FFF2-40B4-BE49-F238E27FC236}">
                <a16:creationId xmlns:a16="http://schemas.microsoft.com/office/drawing/2014/main" id="{C9872507-F473-4DA0-B963-936450611D36}"/>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2072166" y="1983648"/>
            <a:ext cx="1000379" cy="867918"/>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23D48295-7E67-4F14-9DE3-CA3DB82D91B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6047395" y="3993177"/>
            <a:ext cx="1028570" cy="1028570"/>
          </a:xfrm>
          <a:prstGeom prst="rect">
            <a:avLst/>
          </a:prstGeom>
        </p:spPr>
      </p:pic>
      <p:pic>
        <p:nvPicPr>
          <p:cNvPr id="47" name="Picture 2" descr="Tomato Slice PNG Transparent Image - Freepngdesign.com">
            <a:extLst>
              <a:ext uri="{FF2B5EF4-FFF2-40B4-BE49-F238E27FC236}">
                <a16:creationId xmlns:a16="http://schemas.microsoft.com/office/drawing/2014/main" id="{D2F0DF7C-3E28-4071-A51F-D6D0139068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1316316" y="5021747"/>
            <a:ext cx="1453737" cy="109114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Set of cut green olives on white background. | Premium Photo">
            <a:extLst>
              <a:ext uri="{FF2B5EF4-FFF2-40B4-BE49-F238E27FC236}">
                <a16:creationId xmlns:a16="http://schemas.microsoft.com/office/drawing/2014/main" id="{5233A34C-D8F7-4EB3-BD20-104D11C03CC0}"/>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8211046" y="5467317"/>
            <a:ext cx="4396786" cy="3814604"/>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15FE878C-7150-FA14-60AF-D0E7E5B2266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3" name="Freeform: Shape 12">
            <a:extLst>
              <a:ext uri="{FF2B5EF4-FFF2-40B4-BE49-F238E27FC236}">
                <a16:creationId xmlns:a16="http://schemas.microsoft.com/office/drawing/2014/main" id="{E8D06592-A052-31A8-ADE6-092DF9F754E7}"/>
              </a:ext>
            </a:extLst>
          </p:cNvPr>
          <p:cNvSpPr/>
          <p:nvPr/>
        </p:nvSpPr>
        <p:spPr>
          <a:xfrm rot="10800000">
            <a:off x="0" y="4876800"/>
            <a:ext cx="2292626" cy="1997242"/>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4" name="TextBox 13">
            <a:extLst>
              <a:ext uri="{FF2B5EF4-FFF2-40B4-BE49-F238E27FC236}">
                <a16:creationId xmlns:a16="http://schemas.microsoft.com/office/drawing/2014/main" id="{66F56D82-EC18-DC7B-97E9-B6669F7CE9C1}"/>
              </a:ext>
            </a:extLst>
          </p:cNvPr>
          <p:cNvSpPr txBox="1"/>
          <p:nvPr/>
        </p:nvSpPr>
        <p:spPr>
          <a:xfrm>
            <a:off x="1872041" y="841309"/>
            <a:ext cx="7513984" cy="830997"/>
          </a:xfrm>
          <a:prstGeom prst="rect">
            <a:avLst/>
          </a:prstGeom>
          <a:noFill/>
        </p:spPr>
        <p:txBody>
          <a:bodyPr wrap="square" rtlCol="0">
            <a:spAutoFit/>
          </a:bodyPr>
          <a:lstStyle/>
          <a:p>
            <a:r>
              <a:rPr lang="en-IN" sz="4800" dirty="0">
                <a:solidFill>
                  <a:srgbClr val="0B6F2A"/>
                </a:solidFill>
                <a:latin typeface="Calibri" panose="020F0502020204030204" pitchFamily="34" charset="0"/>
                <a:cs typeface="Calibri" panose="020F0502020204030204" pitchFamily="34" charset="0"/>
              </a:rPr>
              <a:t>Importance of Healthy Food</a:t>
            </a:r>
          </a:p>
        </p:txBody>
      </p:sp>
      <p:pic>
        <p:nvPicPr>
          <p:cNvPr id="46" name="Picture 12" descr="A Cabbage Leaf, A Slice, Cabbage, Leaf PNG Transparent Image and Clipart  for Free Download">
            <a:extLst>
              <a:ext uri="{FF2B5EF4-FFF2-40B4-BE49-F238E27FC236}">
                <a16:creationId xmlns:a16="http://schemas.microsoft.com/office/drawing/2014/main" id="{8DB791A7-8379-4AAF-971F-3430EBF890D2}"/>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7915305">
            <a:off x="36545" y="3104595"/>
            <a:ext cx="1184413" cy="11844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Strawberry cut Images - Free Download on Freepik">
            <a:extLst>
              <a:ext uri="{FF2B5EF4-FFF2-40B4-BE49-F238E27FC236}">
                <a16:creationId xmlns:a16="http://schemas.microsoft.com/office/drawing/2014/main" id="{5BB03FEF-F7C0-4F1D-9574-960FFC084D97}"/>
              </a:ext>
            </a:extLst>
          </p:cNvPr>
          <p:cNvPicPr>
            <a:picLocks noChangeAspect="1" noChangeArrowheads="1"/>
          </p:cNvPicPr>
          <p:nvPr/>
        </p:nvPicPr>
        <p:blipFill rotWithShape="1">
          <a:blip r:embed="rId13">
            <a:extLst>
              <a:ext uri="{BEBA8EAE-BF5A-486C-A8C5-ECC9F3942E4B}">
                <a14:imgProps xmlns:a14="http://schemas.microsoft.com/office/drawing/2010/main">
                  <a14:imgLayer r:embed="rId9">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a:off x="9686547" y="290488"/>
            <a:ext cx="890253" cy="757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FEE5196-73B8-4E2C-83E8-69986AC6D4FD}"/>
              </a:ext>
            </a:extLst>
          </p:cNvPr>
          <p:cNvSpPr txBox="1"/>
          <p:nvPr/>
        </p:nvSpPr>
        <p:spPr>
          <a:xfrm>
            <a:off x="-72124" y="2099195"/>
            <a:ext cx="11594105" cy="3046988"/>
          </a:xfrm>
          <a:prstGeom prst="rect">
            <a:avLst/>
          </a:prstGeom>
          <a:noFill/>
        </p:spPr>
        <p:txBody>
          <a:bodyPr wrap="square" rtlCol="0">
            <a:spAutoFit/>
          </a:bodyPr>
          <a:lstStyle/>
          <a:p>
            <a:pPr algn="ctr"/>
            <a:r>
              <a:rPr lang="en-IN" sz="3200" dirty="0">
                <a:solidFill>
                  <a:srgbClr val="CE2104"/>
                </a:solidFill>
                <a:latin typeface="Calibri (body)"/>
              </a:rPr>
              <a:t>Healthy food provides essential nutrients that keep our body</a:t>
            </a:r>
          </a:p>
          <a:p>
            <a:pPr algn="ctr"/>
            <a:r>
              <a:rPr lang="en-IN" sz="3200" dirty="0">
                <a:solidFill>
                  <a:srgbClr val="CE2104"/>
                </a:solidFill>
                <a:latin typeface="Calibri (body)"/>
              </a:rPr>
              <a:t>Strong and energized. It helps prevent diseases, boosts</a:t>
            </a:r>
          </a:p>
          <a:p>
            <a:pPr algn="ctr"/>
            <a:r>
              <a:rPr lang="en-IN" sz="3200" dirty="0">
                <a:solidFill>
                  <a:srgbClr val="CE2104"/>
                </a:solidFill>
                <a:latin typeface="Calibri (body)"/>
              </a:rPr>
              <a:t>immunity, and supports overall well-being. Eating nutritious</a:t>
            </a:r>
          </a:p>
          <a:p>
            <a:pPr algn="ctr"/>
            <a:r>
              <a:rPr lang="en-IN" sz="3200" dirty="0">
                <a:solidFill>
                  <a:srgbClr val="CE2104"/>
                </a:solidFill>
                <a:latin typeface="Calibri (body)"/>
              </a:rPr>
              <a:t>meals improves mental clarity, focus, and mood. It also </a:t>
            </a:r>
          </a:p>
          <a:p>
            <a:pPr algn="ctr"/>
            <a:r>
              <a:rPr lang="en-IN" sz="3200" dirty="0">
                <a:solidFill>
                  <a:srgbClr val="CE2104"/>
                </a:solidFill>
                <a:latin typeface="Calibri (body)"/>
              </a:rPr>
              <a:t>Promotes healthy growth, repair of body tissues, </a:t>
            </a:r>
          </a:p>
          <a:p>
            <a:pPr algn="ctr"/>
            <a:r>
              <a:rPr lang="en-IN" sz="3200" dirty="0">
                <a:solidFill>
                  <a:srgbClr val="CE2104"/>
                </a:solidFill>
                <a:latin typeface="Calibri (body)"/>
              </a:rPr>
              <a:t>and long- term vitality. </a:t>
            </a:r>
          </a:p>
        </p:txBody>
      </p:sp>
      <p:sp>
        <p:nvSpPr>
          <p:cNvPr id="11" name="Freeform: Shape 10">
            <a:extLst>
              <a:ext uri="{FF2B5EF4-FFF2-40B4-BE49-F238E27FC236}">
                <a16:creationId xmlns:a16="http://schemas.microsoft.com/office/drawing/2014/main" id="{8F193649-C4D9-32E7-573A-9F92B295CCB7}"/>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pic>
        <p:nvPicPr>
          <p:cNvPr id="39" name="Picture 4" descr="Set of flying cut black olives on white background, closeup | Premium Photo">
            <a:extLst>
              <a:ext uri="{FF2B5EF4-FFF2-40B4-BE49-F238E27FC236}">
                <a16:creationId xmlns:a16="http://schemas.microsoft.com/office/drawing/2014/main" id="{84DC8369-040E-43D6-A2F2-33A4831C1553}"/>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16200000" flipV="1">
            <a:off x="11024465" y="2361716"/>
            <a:ext cx="804447" cy="757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9257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D4237A3B-4F53-4242-9838-9441482994AC}"/>
              </a:ext>
            </a:extLst>
          </p:cNvPr>
          <p:cNvSpPr/>
          <p:nvPr/>
        </p:nvSpPr>
        <p:spPr>
          <a:xfrm>
            <a:off x="4510" y="-4541"/>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33" name="Freeform: Shape 32">
            <a:extLst>
              <a:ext uri="{FF2B5EF4-FFF2-40B4-BE49-F238E27FC236}">
                <a16:creationId xmlns:a16="http://schemas.microsoft.com/office/drawing/2014/main" id="{04508D4D-1634-4878-B6B2-8F5B0DDE40D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34" name="Freeform: Shape 33">
            <a:extLst>
              <a:ext uri="{FF2B5EF4-FFF2-40B4-BE49-F238E27FC236}">
                <a16:creationId xmlns:a16="http://schemas.microsoft.com/office/drawing/2014/main" id="{DB77DEA8-4085-4F20-8241-E744395339EB}"/>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36" name="TextBox 35">
            <a:extLst>
              <a:ext uri="{FF2B5EF4-FFF2-40B4-BE49-F238E27FC236}">
                <a16:creationId xmlns:a16="http://schemas.microsoft.com/office/drawing/2014/main" id="{F307F69D-ED7A-471C-951A-6DECAF73B2F3}"/>
              </a:ext>
            </a:extLst>
          </p:cNvPr>
          <p:cNvSpPr txBox="1"/>
          <p:nvPr/>
        </p:nvSpPr>
        <p:spPr>
          <a:xfrm>
            <a:off x="1788695" y="1378261"/>
            <a:ext cx="914400" cy="914400"/>
          </a:xfrm>
          <a:prstGeom prst="rect">
            <a:avLst/>
          </a:prstGeom>
          <a:noFill/>
        </p:spPr>
        <p:txBody>
          <a:bodyPr wrap="square" rtlCol="0">
            <a:spAutoFit/>
          </a:bodyPr>
          <a:lstStyle/>
          <a:p>
            <a:endParaRPr lang="en-IN" dirty="0"/>
          </a:p>
        </p:txBody>
      </p:sp>
      <p:pic>
        <p:nvPicPr>
          <p:cNvPr id="37" name="Picture 36">
            <a:extLst>
              <a:ext uri="{FF2B5EF4-FFF2-40B4-BE49-F238E27FC236}">
                <a16:creationId xmlns:a16="http://schemas.microsoft.com/office/drawing/2014/main" id="{1C7D67BC-F0C7-4C8C-80BE-301A7E04CE7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080103" y="4797624"/>
            <a:ext cx="1028570" cy="1028570"/>
          </a:xfrm>
          <a:prstGeom prst="rect">
            <a:avLst/>
          </a:prstGeom>
        </p:spPr>
      </p:pic>
      <p:pic>
        <p:nvPicPr>
          <p:cNvPr id="38" name="Picture 4" descr="Set of flying cut black olives on white background, closeup | Premium Photo">
            <a:extLst>
              <a:ext uri="{FF2B5EF4-FFF2-40B4-BE49-F238E27FC236}">
                <a16:creationId xmlns:a16="http://schemas.microsoft.com/office/drawing/2014/main" id="{E59E6C36-8AC5-4B82-B047-A4197161585D}"/>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9002665" y="1712731"/>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Set of flying cut black olives on white background, closeup | Premium Photo">
            <a:extLst>
              <a:ext uri="{FF2B5EF4-FFF2-40B4-BE49-F238E27FC236}">
                <a16:creationId xmlns:a16="http://schemas.microsoft.com/office/drawing/2014/main" id="{84DC8369-040E-43D6-A2F2-33A4831C1553}"/>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16200000" flipV="1">
            <a:off x="6227783" y="5644936"/>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Set of cut green olives on white background. | Premium Photo">
            <a:extLst>
              <a:ext uri="{FF2B5EF4-FFF2-40B4-BE49-F238E27FC236}">
                <a16:creationId xmlns:a16="http://schemas.microsoft.com/office/drawing/2014/main" id="{CCA609EF-883D-4C51-89CD-BEDC98AD0079}"/>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3167239" y="1929525"/>
            <a:ext cx="595714" cy="51683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Strawberry cut Images - Free Download on Freepik">
            <a:extLst>
              <a:ext uri="{FF2B5EF4-FFF2-40B4-BE49-F238E27FC236}">
                <a16:creationId xmlns:a16="http://schemas.microsoft.com/office/drawing/2014/main" id="{5BB03FEF-F7C0-4F1D-9574-960FFC084D97}"/>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a:off x="9807112" y="3286681"/>
            <a:ext cx="890253" cy="75752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Tomato Slice PNG Transparent Image - Freepngdesign.com">
            <a:extLst>
              <a:ext uri="{FF2B5EF4-FFF2-40B4-BE49-F238E27FC236}">
                <a16:creationId xmlns:a16="http://schemas.microsoft.com/office/drawing/2014/main" id="{870FD5DD-575D-451D-88B0-B7E274BAEA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74084" y="5998875"/>
            <a:ext cx="1932290" cy="153885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Set of cut green olives on white background. | Premium Photo">
            <a:extLst>
              <a:ext uri="{FF2B5EF4-FFF2-40B4-BE49-F238E27FC236}">
                <a16:creationId xmlns:a16="http://schemas.microsoft.com/office/drawing/2014/main" id="{C9872507-F473-4DA0-B963-936450611D36}"/>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2351953" y="6493256"/>
            <a:ext cx="987691" cy="85691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23D48295-7E67-4F14-9DE3-CA3DB82D91B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6915150" y="212704"/>
            <a:ext cx="1028570" cy="1028570"/>
          </a:xfrm>
          <a:prstGeom prst="rect">
            <a:avLst/>
          </a:prstGeom>
        </p:spPr>
      </p:pic>
      <p:pic>
        <p:nvPicPr>
          <p:cNvPr id="46" name="Picture 12" descr="A Cabbage Leaf, A Slice, Cabbage, Leaf PNG Transparent Image and Clipart  for Free Download">
            <a:extLst>
              <a:ext uri="{FF2B5EF4-FFF2-40B4-BE49-F238E27FC236}">
                <a16:creationId xmlns:a16="http://schemas.microsoft.com/office/drawing/2014/main" id="{8DB791A7-8379-4AAF-971F-3430EBF890D2}"/>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7915305">
            <a:off x="18848" y="2864307"/>
            <a:ext cx="1184413" cy="118441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Tomato Slice PNG Transparent Image - Freepngdesign.com">
            <a:extLst>
              <a:ext uri="{FF2B5EF4-FFF2-40B4-BE49-F238E27FC236}">
                <a16:creationId xmlns:a16="http://schemas.microsoft.com/office/drawing/2014/main" id="{D2F0DF7C-3E28-4071-A51F-D6D0139068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533291" y="-501249"/>
            <a:ext cx="1807702" cy="187950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Set of cut green olives on white background. | Premium Photo">
            <a:extLst>
              <a:ext uri="{FF2B5EF4-FFF2-40B4-BE49-F238E27FC236}">
                <a16:creationId xmlns:a16="http://schemas.microsoft.com/office/drawing/2014/main" id="{5233A34C-D8F7-4EB3-BD20-104D11C03CC0}"/>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9787978" y="-290226"/>
            <a:ext cx="975381" cy="1028571"/>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15FE878C-7150-FA14-60AF-D0E7E5B2266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1" name="Freeform: Shape 10">
            <a:extLst>
              <a:ext uri="{FF2B5EF4-FFF2-40B4-BE49-F238E27FC236}">
                <a16:creationId xmlns:a16="http://schemas.microsoft.com/office/drawing/2014/main" id="{8F193649-C4D9-32E7-573A-9F92B295CCB7}"/>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13" name="Freeform: Shape 12">
            <a:extLst>
              <a:ext uri="{FF2B5EF4-FFF2-40B4-BE49-F238E27FC236}">
                <a16:creationId xmlns:a16="http://schemas.microsoft.com/office/drawing/2014/main" id="{E8D06592-A052-31A8-ADE6-092DF9F754E7}"/>
              </a:ext>
            </a:extLst>
          </p:cNvPr>
          <p:cNvSpPr/>
          <p:nvPr/>
        </p:nvSpPr>
        <p:spPr>
          <a:xfrm rot="10800000">
            <a:off x="0" y="4876800"/>
            <a:ext cx="2292626" cy="1997242"/>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2" name="TextBox 1">
            <a:extLst>
              <a:ext uri="{FF2B5EF4-FFF2-40B4-BE49-F238E27FC236}">
                <a16:creationId xmlns:a16="http://schemas.microsoft.com/office/drawing/2014/main" id="{49F893A6-EB88-D8B1-7122-661ED382AFEA}"/>
              </a:ext>
            </a:extLst>
          </p:cNvPr>
          <p:cNvSpPr txBox="1"/>
          <p:nvPr/>
        </p:nvSpPr>
        <p:spPr>
          <a:xfrm>
            <a:off x="714677" y="526576"/>
            <a:ext cx="7743328" cy="830997"/>
          </a:xfrm>
          <a:prstGeom prst="rect">
            <a:avLst/>
          </a:prstGeom>
          <a:noFill/>
        </p:spPr>
        <p:txBody>
          <a:bodyPr wrap="square" rtlCol="0">
            <a:spAutoFit/>
          </a:bodyPr>
          <a:lstStyle/>
          <a:p>
            <a:pPr algn="ctr"/>
            <a:r>
              <a:rPr lang="en-US" sz="4800" dirty="0">
                <a:solidFill>
                  <a:srgbClr val="0B6F2A"/>
                </a:solidFill>
                <a:latin typeface="Calibri "/>
              </a:rPr>
              <a:t>Types of Healthy Food</a:t>
            </a:r>
            <a:endParaRPr lang="en-IN" sz="4800" dirty="0">
              <a:solidFill>
                <a:srgbClr val="0B6F2A"/>
              </a:solidFill>
              <a:latin typeface="Calibri "/>
            </a:endParaRPr>
          </a:p>
        </p:txBody>
      </p:sp>
      <p:sp>
        <p:nvSpPr>
          <p:cNvPr id="3" name="TextBox 2">
            <a:extLst>
              <a:ext uri="{FF2B5EF4-FFF2-40B4-BE49-F238E27FC236}">
                <a16:creationId xmlns:a16="http://schemas.microsoft.com/office/drawing/2014/main" id="{AE89DA8B-1CA4-0558-5F98-FDF914856208}"/>
              </a:ext>
            </a:extLst>
          </p:cNvPr>
          <p:cNvSpPr txBox="1"/>
          <p:nvPr/>
        </p:nvSpPr>
        <p:spPr>
          <a:xfrm>
            <a:off x="620125" y="1636213"/>
            <a:ext cx="10951749" cy="5016758"/>
          </a:xfrm>
          <a:prstGeom prst="rect">
            <a:avLst/>
          </a:prstGeom>
          <a:noFill/>
        </p:spPr>
        <p:txBody>
          <a:bodyPr wrap="square" rtlCol="0">
            <a:spAutoFit/>
          </a:bodyPr>
          <a:lstStyle/>
          <a:p>
            <a:endParaRPr lang="en-IN" sz="3200" dirty="0">
              <a:solidFill>
                <a:srgbClr val="CE2104"/>
              </a:solidFill>
              <a:latin typeface="Calibri (body)"/>
            </a:endParaRPr>
          </a:p>
          <a:p>
            <a:r>
              <a:rPr lang="en-IN" sz="3200" dirty="0">
                <a:solidFill>
                  <a:srgbClr val="CE2104"/>
                </a:solidFill>
                <a:latin typeface="Calibri (body)"/>
              </a:rPr>
              <a:t>      Healthy foods include fruits and veggies like leafy greens     (spinach, kale), berries (blueberries, strawberries), and      root</a:t>
            </a:r>
          </a:p>
          <a:p>
            <a:r>
              <a:rPr lang="en-IN" sz="3200" dirty="0">
                <a:solidFill>
                  <a:srgbClr val="CE2104"/>
                </a:solidFill>
                <a:latin typeface="Calibri (body)"/>
              </a:rPr>
              <a:t>          vegetables (sweet potatoes, carrots). Whole grains </a:t>
            </a:r>
          </a:p>
          <a:p>
            <a:r>
              <a:rPr lang="en-IN" sz="3200" dirty="0">
                <a:solidFill>
                  <a:srgbClr val="CE2104"/>
                </a:solidFill>
                <a:latin typeface="Calibri (body)"/>
              </a:rPr>
              <a:t>        like brown rice and oats provide </a:t>
            </a:r>
            <a:r>
              <a:rPr lang="en-IN" sz="3200" dirty="0" err="1">
                <a:solidFill>
                  <a:srgbClr val="CE2104"/>
                </a:solidFill>
                <a:latin typeface="Calibri (body)"/>
              </a:rPr>
              <a:t>fiber</a:t>
            </a:r>
            <a:r>
              <a:rPr lang="en-IN" sz="3200" dirty="0">
                <a:solidFill>
                  <a:srgbClr val="CE2104"/>
                </a:solidFill>
                <a:latin typeface="Calibri (body)"/>
              </a:rPr>
              <a:t> and energy.</a:t>
            </a:r>
          </a:p>
          <a:p>
            <a:pPr algn="ctr"/>
            <a:r>
              <a:rPr lang="en-IN" sz="3200" dirty="0">
                <a:solidFill>
                  <a:srgbClr val="CE2104"/>
                </a:solidFill>
                <a:latin typeface="Calibri (body)"/>
              </a:rPr>
              <a:t>   Lean proteins, such as chicken, fish, tofu, and beans, support muscle growth. Healthy fats from avocados, nuts </a:t>
            </a:r>
          </a:p>
          <a:p>
            <a:pPr algn="ctr"/>
            <a:r>
              <a:rPr lang="en-IN" sz="3200" dirty="0">
                <a:solidFill>
                  <a:srgbClr val="CE2104"/>
                </a:solidFill>
                <a:latin typeface="Calibri (body)"/>
              </a:rPr>
              <a:t>(almonds,  walnuts), and olive oil promote heart and brain health.</a:t>
            </a:r>
          </a:p>
          <a:p>
            <a:endParaRPr lang="en-IN" sz="3200" dirty="0">
              <a:solidFill>
                <a:srgbClr val="CE2104"/>
              </a:solidFill>
              <a:latin typeface="Calibri (body)"/>
            </a:endParaRPr>
          </a:p>
        </p:txBody>
      </p:sp>
      <p:pic>
        <p:nvPicPr>
          <p:cNvPr id="41" name="Picture 8" descr="Strawberry cut Images - Free Download on Freepik">
            <a:extLst>
              <a:ext uri="{FF2B5EF4-FFF2-40B4-BE49-F238E27FC236}">
                <a16:creationId xmlns:a16="http://schemas.microsoft.com/office/drawing/2014/main" id="{6C15F790-AD69-4FE9-AF5A-36E69277D581}"/>
              </a:ext>
            </a:extLst>
          </p:cNvPr>
          <p:cNvPicPr>
            <a:picLocks noChangeAspect="1" noChangeArrowheads="1"/>
          </p:cNvPicPr>
          <p:nvPr/>
        </p:nvPicPr>
        <p:blipFill rotWithShape="1">
          <a:blip r:embed="rId13">
            <a:extLst>
              <a:ext uri="{BEBA8EAE-BF5A-486C-A8C5-ECC9F3942E4B}">
                <a14:imgProps xmlns:a14="http://schemas.microsoft.com/office/drawing/2010/main">
                  <a14:imgLayer r:embed="rId9">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16200000">
            <a:off x="29204" y="5150942"/>
            <a:ext cx="988760" cy="1157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658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6D2227-0A44-A607-ED68-30E57267E181}"/>
              </a:ext>
            </a:extLst>
          </p:cNvPr>
          <p:cNvSpPr/>
          <p:nvPr/>
        </p:nvSpPr>
        <p:spPr>
          <a:xfrm>
            <a:off x="0" y="0"/>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9" name="Freeform: Shape 8">
            <a:extLst>
              <a:ext uri="{FF2B5EF4-FFF2-40B4-BE49-F238E27FC236}">
                <a16:creationId xmlns:a16="http://schemas.microsoft.com/office/drawing/2014/main" id="{15FE878C-7150-FA14-60AF-D0E7E5B2266A}"/>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1" name="Freeform: Shape 10">
            <a:extLst>
              <a:ext uri="{FF2B5EF4-FFF2-40B4-BE49-F238E27FC236}">
                <a16:creationId xmlns:a16="http://schemas.microsoft.com/office/drawing/2014/main" id="{8F193649-C4D9-32E7-573A-9F92B295CCB7}"/>
              </a:ext>
            </a:extLst>
          </p:cNvPr>
          <p:cNvSpPr/>
          <p:nvPr/>
        </p:nvSpPr>
        <p:spPr>
          <a:xfrm>
            <a:off x="8726905" y="16042"/>
            <a:ext cx="3577390"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13" name="Freeform: Shape 12">
            <a:extLst>
              <a:ext uri="{FF2B5EF4-FFF2-40B4-BE49-F238E27FC236}">
                <a16:creationId xmlns:a16="http://schemas.microsoft.com/office/drawing/2014/main" id="{E8D06592-A052-31A8-ADE6-092DF9F754E7}"/>
              </a:ext>
            </a:extLst>
          </p:cNvPr>
          <p:cNvSpPr/>
          <p:nvPr/>
        </p:nvSpPr>
        <p:spPr>
          <a:xfrm rot="10800000">
            <a:off x="0" y="4876800"/>
            <a:ext cx="2292626" cy="1997242"/>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14" name="TextBox 13">
            <a:extLst>
              <a:ext uri="{FF2B5EF4-FFF2-40B4-BE49-F238E27FC236}">
                <a16:creationId xmlns:a16="http://schemas.microsoft.com/office/drawing/2014/main" id="{66F56D82-EC18-DC7B-97E9-B6669F7CE9C1}"/>
              </a:ext>
            </a:extLst>
          </p:cNvPr>
          <p:cNvSpPr txBox="1"/>
          <p:nvPr/>
        </p:nvSpPr>
        <p:spPr>
          <a:xfrm>
            <a:off x="304799" y="668712"/>
            <a:ext cx="7513984" cy="914400"/>
          </a:xfrm>
          <a:prstGeom prst="rect">
            <a:avLst/>
          </a:prstGeom>
          <a:noFill/>
        </p:spPr>
        <p:txBody>
          <a:bodyPr wrap="square" rtlCol="0">
            <a:spAutoFit/>
          </a:bodyPr>
          <a:lstStyle/>
          <a:p>
            <a:endParaRPr lang="en-IN" dirty="0"/>
          </a:p>
        </p:txBody>
      </p:sp>
      <p:pic>
        <p:nvPicPr>
          <p:cNvPr id="10" name="Picture 9">
            <a:extLst>
              <a:ext uri="{FF2B5EF4-FFF2-40B4-BE49-F238E27FC236}">
                <a16:creationId xmlns:a16="http://schemas.microsoft.com/office/drawing/2014/main" id="{74B7E872-A994-4A67-BE6A-B9C4E7F3977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5725" y="2242237"/>
            <a:ext cx="1028570" cy="1028570"/>
          </a:xfrm>
          <a:prstGeom prst="rect">
            <a:avLst/>
          </a:prstGeom>
        </p:spPr>
      </p:pic>
      <p:pic>
        <p:nvPicPr>
          <p:cNvPr id="12" name="Picture 4" descr="Set of flying cut black olives on white background, closeup | Premium Photo">
            <a:extLst>
              <a:ext uri="{FF2B5EF4-FFF2-40B4-BE49-F238E27FC236}">
                <a16:creationId xmlns:a16="http://schemas.microsoft.com/office/drawing/2014/main" id="{F41AAFE6-53F8-448C-A99A-12D229D51E77}"/>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9651799" y="72446"/>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Set of flying cut black olives on white background, closeup | Premium Photo">
            <a:extLst>
              <a:ext uri="{FF2B5EF4-FFF2-40B4-BE49-F238E27FC236}">
                <a16:creationId xmlns:a16="http://schemas.microsoft.com/office/drawing/2014/main" id="{DED47286-0A6A-4705-90AA-1D00D2DF490F}"/>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5400000" flipV="1">
            <a:off x="10923489" y="5613550"/>
            <a:ext cx="2250015" cy="192331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Strawberry cut Images - Free Download on Freepik">
            <a:extLst>
              <a:ext uri="{FF2B5EF4-FFF2-40B4-BE49-F238E27FC236}">
                <a16:creationId xmlns:a16="http://schemas.microsoft.com/office/drawing/2014/main" id="{AE61ADE8-A49A-4964-8F96-934A3A294BBA}"/>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16200000">
            <a:off x="2947493" y="5547012"/>
            <a:ext cx="988760" cy="79513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Strawberry cut Images - Free Download on Freepik">
            <a:extLst>
              <a:ext uri="{FF2B5EF4-FFF2-40B4-BE49-F238E27FC236}">
                <a16:creationId xmlns:a16="http://schemas.microsoft.com/office/drawing/2014/main" id="{84022F27-3E9F-408A-9684-87963D4D3CFB}"/>
              </a:ext>
            </a:extLst>
          </p:cNvPr>
          <p:cNvPicPr>
            <a:picLocks noChangeAspect="1" noChangeArrowheads="1"/>
          </p:cNvPicPr>
          <p:nvPr/>
        </p:nvPicPr>
        <p:blipFill rotWithShape="1">
          <a:blip r:embed="rId8">
            <a:extLst>
              <a:ext uri="{BEBA8EAE-BF5A-486C-A8C5-ECC9F3942E4B}">
                <a14:imgProps xmlns:a14="http://schemas.microsoft.com/office/drawing/2010/main">
                  <a14:imgLayer r:embed="rId7">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a:off x="3366173" y="180192"/>
            <a:ext cx="890253" cy="75752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A Cabbage Leaf, A Slice, Cabbage, Leaf PNG Transparent Image and Clipart  for Free Download">
            <a:extLst>
              <a:ext uri="{FF2B5EF4-FFF2-40B4-BE49-F238E27FC236}">
                <a16:creationId xmlns:a16="http://schemas.microsoft.com/office/drawing/2014/main" id="{9143C9FE-4E74-43DF-9D33-CB36DBCE132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18689318">
            <a:off x="-563902" y="-510654"/>
            <a:ext cx="1849986" cy="189354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Tomato Slice PNG Transparent Image - Freepngdesign.com">
            <a:extLst>
              <a:ext uri="{FF2B5EF4-FFF2-40B4-BE49-F238E27FC236}">
                <a16:creationId xmlns:a16="http://schemas.microsoft.com/office/drawing/2014/main" id="{F43FCD05-4BAC-4D42-9EC7-033A6ED740A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5151551">
            <a:off x="296530" y="5092905"/>
            <a:ext cx="1087312" cy="183122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Set of cut green olives on white background. | Premium Photo">
            <a:extLst>
              <a:ext uri="{FF2B5EF4-FFF2-40B4-BE49-F238E27FC236}">
                <a16:creationId xmlns:a16="http://schemas.microsoft.com/office/drawing/2014/main" id="{F7199EDC-D64A-4CD1-AB1E-E604DCE4260E}"/>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7318593" y="5475180"/>
            <a:ext cx="1000379" cy="86791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8D0A3503-C2AA-4A5E-AE0A-1FA4968373C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6290023" y="3014861"/>
            <a:ext cx="1028570" cy="1028570"/>
          </a:xfrm>
          <a:prstGeom prst="rect">
            <a:avLst/>
          </a:prstGeom>
        </p:spPr>
      </p:pic>
      <p:pic>
        <p:nvPicPr>
          <p:cNvPr id="23" name="Picture 2" descr="Tomato Slice PNG Transparent Image - Freepngdesign.com">
            <a:extLst>
              <a:ext uri="{FF2B5EF4-FFF2-40B4-BE49-F238E27FC236}">
                <a16:creationId xmlns:a16="http://schemas.microsoft.com/office/drawing/2014/main" id="{B9696DCF-8FE5-47A6-91AA-E8CE3ED3B49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flipH="1">
            <a:off x="8330055" y="2075503"/>
            <a:ext cx="1018421" cy="76440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C4648977-984A-4D7B-A224-7785DFD29AD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5400000">
            <a:off x="837095" y="3748079"/>
            <a:ext cx="1028570" cy="1028570"/>
          </a:xfrm>
          <a:prstGeom prst="rect">
            <a:avLst/>
          </a:prstGeom>
        </p:spPr>
      </p:pic>
      <p:pic>
        <p:nvPicPr>
          <p:cNvPr id="25" name="Picture 6" descr="Set of cut green olives on white background. | Premium Photo">
            <a:extLst>
              <a:ext uri="{FF2B5EF4-FFF2-40B4-BE49-F238E27FC236}">
                <a16:creationId xmlns:a16="http://schemas.microsoft.com/office/drawing/2014/main" id="{B0B27191-C7DA-4348-961A-A2FA5E6BAFCB}"/>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641648" y="1686259"/>
            <a:ext cx="1530153" cy="10285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FD52D58-D8B4-CEBA-B035-919A9D4963E3}"/>
              </a:ext>
            </a:extLst>
          </p:cNvPr>
          <p:cNvSpPr txBox="1"/>
          <p:nvPr/>
        </p:nvSpPr>
        <p:spPr>
          <a:xfrm>
            <a:off x="1865665" y="329636"/>
            <a:ext cx="8752535" cy="830997"/>
          </a:xfrm>
          <a:prstGeom prst="rect">
            <a:avLst/>
          </a:prstGeom>
          <a:noFill/>
        </p:spPr>
        <p:txBody>
          <a:bodyPr wrap="square" rtlCol="0">
            <a:spAutoFit/>
          </a:bodyPr>
          <a:lstStyle/>
          <a:p>
            <a:pPr algn="ctr"/>
            <a:r>
              <a:rPr lang="en-US" sz="4800" dirty="0">
                <a:solidFill>
                  <a:srgbClr val="0B6F2A"/>
                </a:solidFill>
                <a:latin typeface="Calibri "/>
              </a:rPr>
              <a:t>Foods To Avoid</a:t>
            </a:r>
            <a:endParaRPr lang="en-IN" sz="4800" dirty="0">
              <a:solidFill>
                <a:srgbClr val="0B6F2A"/>
              </a:solidFill>
              <a:latin typeface="Calibri "/>
            </a:endParaRPr>
          </a:p>
        </p:txBody>
      </p:sp>
      <p:sp>
        <p:nvSpPr>
          <p:cNvPr id="7" name="TextBox 6">
            <a:extLst>
              <a:ext uri="{FF2B5EF4-FFF2-40B4-BE49-F238E27FC236}">
                <a16:creationId xmlns:a16="http://schemas.microsoft.com/office/drawing/2014/main" id="{40BC2997-6F40-640E-5140-CD26B22FFB70}"/>
              </a:ext>
            </a:extLst>
          </p:cNvPr>
          <p:cNvSpPr txBox="1"/>
          <p:nvPr/>
        </p:nvSpPr>
        <p:spPr>
          <a:xfrm>
            <a:off x="1546812" y="1583112"/>
            <a:ext cx="8752535" cy="4524315"/>
          </a:xfrm>
          <a:prstGeom prst="rect">
            <a:avLst/>
          </a:prstGeom>
          <a:noFill/>
        </p:spPr>
        <p:txBody>
          <a:bodyPr wrap="square" rtlCol="0">
            <a:spAutoFit/>
          </a:bodyPr>
          <a:lstStyle/>
          <a:p>
            <a:pPr algn="ctr"/>
            <a:r>
              <a:rPr lang="en-US" sz="3200" b="1" dirty="0">
                <a:solidFill>
                  <a:srgbClr val="CE2104"/>
                </a:solidFill>
                <a:latin typeface="Calibri (body)"/>
              </a:rPr>
              <a:t>Processed and Sugary Foods</a:t>
            </a:r>
            <a:r>
              <a:rPr lang="en-US" sz="3200" dirty="0">
                <a:solidFill>
                  <a:srgbClr val="CE2104"/>
                </a:solidFill>
                <a:latin typeface="Calibri (body)"/>
              </a:rPr>
              <a:t>: Foods like candies, pastries, and sugary drinks should be limited, as they are high in empty calories and can lead to weight gain, heart disease, and diabetes. </a:t>
            </a:r>
          </a:p>
          <a:p>
            <a:pPr algn="ctr"/>
            <a:r>
              <a:rPr lang="en-US" sz="3200" b="1" dirty="0">
                <a:solidFill>
                  <a:srgbClr val="CE2104"/>
                </a:solidFill>
                <a:latin typeface="Calibri (body)"/>
              </a:rPr>
              <a:t>Trans Fats and Fried Foods</a:t>
            </a:r>
            <a:r>
              <a:rPr lang="en-US" sz="3200" dirty="0">
                <a:solidFill>
                  <a:srgbClr val="CE2104"/>
                </a:solidFill>
                <a:latin typeface="Calibri (body)"/>
              </a:rPr>
              <a:t>: Items like fast food, chips, and baked goods often contain trans fats, which raise bad cholesterol levels and lower good cholesterol.</a:t>
            </a:r>
          </a:p>
          <a:p>
            <a:endParaRPr lang="en-IN" sz="3200" dirty="0">
              <a:solidFill>
                <a:srgbClr val="CE2104"/>
              </a:solidFill>
              <a:latin typeface="Calibri (body)"/>
            </a:endParaRPr>
          </a:p>
        </p:txBody>
      </p:sp>
    </p:spTree>
    <p:extLst>
      <p:ext uri="{BB962C8B-B14F-4D97-AF65-F5344CB8AC3E}">
        <p14:creationId xmlns:p14="http://schemas.microsoft.com/office/powerpoint/2010/main" val="4032417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D4237A3B-4F53-4242-9838-9441482994AC}"/>
              </a:ext>
            </a:extLst>
          </p:cNvPr>
          <p:cNvSpPr/>
          <p:nvPr/>
        </p:nvSpPr>
        <p:spPr>
          <a:xfrm>
            <a:off x="-503" y="-4541"/>
            <a:ext cx="12192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36" name="TextBox 35">
            <a:extLst>
              <a:ext uri="{FF2B5EF4-FFF2-40B4-BE49-F238E27FC236}">
                <a16:creationId xmlns:a16="http://schemas.microsoft.com/office/drawing/2014/main" id="{F307F69D-ED7A-471C-951A-6DECAF73B2F3}"/>
              </a:ext>
            </a:extLst>
          </p:cNvPr>
          <p:cNvSpPr txBox="1"/>
          <p:nvPr/>
        </p:nvSpPr>
        <p:spPr>
          <a:xfrm>
            <a:off x="1673314" y="9825838"/>
            <a:ext cx="914400" cy="914400"/>
          </a:xfrm>
          <a:prstGeom prst="rect">
            <a:avLst/>
          </a:prstGeom>
          <a:noFill/>
        </p:spPr>
        <p:txBody>
          <a:bodyPr wrap="square" rtlCol="0">
            <a:spAutoFit/>
          </a:bodyPr>
          <a:lstStyle/>
          <a:p>
            <a:endParaRPr lang="en-IN" dirty="0"/>
          </a:p>
        </p:txBody>
      </p:sp>
      <p:pic>
        <p:nvPicPr>
          <p:cNvPr id="37" name="Picture 36">
            <a:extLst>
              <a:ext uri="{FF2B5EF4-FFF2-40B4-BE49-F238E27FC236}">
                <a16:creationId xmlns:a16="http://schemas.microsoft.com/office/drawing/2014/main" id="{1C7D67BC-F0C7-4C8C-80BE-301A7E04CE7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621968" y="844031"/>
            <a:ext cx="1028570" cy="1028570"/>
          </a:xfrm>
          <a:prstGeom prst="rect">
            <a:avLst/>
          </a:prstGeom>
        </p:spPr>
      </p:pic>
      <p:pic>
        <p:nvPicPr>
          <p:cNvPr id="39" name="Picture 4" descr="Set of flying cut black olives on white background, closeup | Premium Photo">
            <a:extLst>
              <a:ext uri="{FF2B5EF4-FFF2-40B4-BE49-F238E27FC236}">
                <a16:creationId xmlns:a16="http://schemas.microsoft.com/office/drawing/2014/main" id="{84DC8369-040E-43D6-A2F2-33A4831C1553}"/>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rot="16200000" flipV="1">
            <a:off x="3452476" y="5801123"/>
            <a:ext cx="804447" cy="75752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Set of cut green olives on white background. | Premium Photo">
            <a:extLst>
              <a:ext uri="{FF2B5EF4-FFF2-40B4-BE49-F238E27FC236}">
                <a16:creationId xmlns:a16="http://schemas.microsoft.com/office/drawing/2014/main" id="{CCA609EF-883D-4C51-89CD-BEDC98AD0079}"/>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321013" y="1810402"/>
            <a:ext cx="595714" cy="51683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Strawberry cut Images - Free Download on Freepik">
            <a:extLst>
              <a:ext uri="{FF2B5EF4-FFF2-40B4-BE49-F238E27FC236}">
                <a16:creationId xmlns:a16="http://schemas.microsoft.com/office/drawing/2014/main" id="{6C15F790-AD69-4FE9-AF5A-36E69277D581}"/>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9949" b="90566" l="10000" r="90000">
                        <a14:foregroundMark x1="11216" y1="63465" x2="8108" y2="81304"/>
                        <a14:foregroundMark x1="8108" y1="81304" x2="13108" y2="88679"/>
                        <a14:foregroundMark x1="13108" y1="88679" x2="21081" y2="90566"/>
                      </a14:backgroundRemoval>
                    </a14:imgEffect>
                  </a14:imgLayer>
                </a14:imgProps>
              </a:ext>
              <a:ext uri="{28A0092B-C50C-407E-A947-70E740481C1C}">
                <a14:useLocalDpi xmlns:a14="http://schemas.microsoft.com/office/drawing/2010/main" val="0"/>
              </a:ext>
            </a:extLst>
          </a:blip>
          <a:srcRect t="43743" r="47987" b="3166"/>
          <a:stretch/>
        </p:blipFill>
        <p:spPr bwMode="auto">
          <a:xfrm rot="16200000">
            <a:off x="3974476" y="-633260"/>
            <a:ext cx="1538859" cy="193229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Strawberry cut Images - Free Download on Freepik">
            <a:extLst>
              <a:ext uri="{FF2B5EF4-FFF2-40B4-BE49-F238E27FC236}">
                <a16:creationId xmlns:a16="http://schemas.microsoft.com/office/drawing/2014/main" id="{5BB03FEF-F7C0-4F1D-9574-960FFC084D97}"/>
              </a:ext>
            </a:extLst>
          </p:cNvPr>
          <p:cNvPicPr>
            <a:picLocks noChangeAspect="1" noChangeArrowheads="1"/>
          </p:cNvPicPr>
          <p:nvPr/>
        </p:nvPicPr>
        <p:blipFill rotWithShape="1">
          <a:blip r:embed="rId10">
            <a:extLst>
              <a:ext uri="{BEBA8EAE-BF5A-486C-A8C5-ECC9F3942E4B}">
                <a14:imgProps xmlns:a14="http://schemas.microsoft.com/office/drawing/2010/main">
                  <a14:imgLayer r:embed="rId9">
                    <a14:imgEffect>
                      <a14:backgroundRemoval t="9949" b="89880" l="10000" r="92838">
                        <a14:foregroundMark x1="83649" y1="17153" x2="59730" y2="37564"/>
                        <a14:foregroundMark x1="92838" y1="24357" x2="81892" y2="36707"/>
                        <a14:foregroundMark x1="81892" y1="36707" x2="59054" y2="40995"/>
                        <a14:backgroundMark x1="10135" y1="65009" x2="33108" y2="59177"/>
                        <a14:backgroundMark x1="33108" y1="59177" x2="36216" y2="67410"/>
                        <a14:backgroundMark x1="36216" y1="67410" x2="31892" y2="75815"/>
                        <a14:backgroundMark x1="31892" y1="75815" x2="24865" y2="80617"/>
                        <a14:backgroundMark x1="24865" y1="80617" x2="16892" y2="81132"/>
                        <a14:backgroundMark x1="16892" y1="81132" x2="13784" y2="71698"/>
                        <a14:backgroundMark x1="13784" y1="71698" x2="22568" y2="66895"/>
                        <a14:backgroundMark x1="22568" y1="66895" x2="32297" y2="65866"/>
                        <a14:backgroundMark x1="32297" y1="65866" x2="33649" y2="65866"/>
                      </a14:backgroundRemoval>
                    </a14:imgEffect>
                  </a14:imgLayer>
                </a14:imgProps>
              </a:ext>
              <a:ext uri="{28A0092B-C50C-407E-A947-70E740481C1C}">
                <a14:useLocalDpi xmlns:a14="http://schemas.microsoft.com/office/drawing/2010/main" val="0"/>
              </a:ext>
            </a:extLst>
          </a:blip>
          <a:srcRect l="52293" r="3053" b="51772"/>
          <a:stretch/>
        </p:blipFill>
        <p:spPr bwMode="auto">
          <a:xfrm rot="3399604">
            <a:off x="-944593" y="5500828"/>
            <a:ext cx="2701054" cy="238432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Tomato Slice PNG Transparent Image - Freepngdesign.com">
            <a:extLst>
              <a:ext uri="{FF2B5EF4-FFF2-40B4-BE49-F238E27FC236}">
                <a16:creationId xmlns:a16="http://schemas.microsoft.com/office/drawing/2014/main" id="{870FD5DD-575D-451D-88B0-B7E274BAEA7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4347" y="-539572"/>
            <a:ext cx="1932290" cy="153885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Set of cut green olives on white background. | Premium Photo">
            <a:extLst>
              <a:ext uri="{FF2B5EF4-FFF2-40B4-BE49-F238E27FC236}">
                <a16:creationId xmlns:a16="http://schemas.microsoft.com/office/drawing/2014/main" id="{C9872507-F473-4DA0-B963-936450611D36}"/>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3136925" y="2949008"/>
            <a:ext cx="987691" cy="85691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2" descr="A Cabbage Leaf, A Slice, Cabbage, Leaf PNG Transparent Image and Clipart  for Free Download">
            <a:extLst>
              <a:ext uri="{FF2B5EF4-FFF2-40B4-BE49-F238E27FC236}">
                <a16:creationId xmlns:a16="http://schemas.microsoft.com/office/drawing/2014/main" id="{8DB791A7-8379-4AAF-971F-3430EBF890D2}"/>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backgroundRemoval t="10000" b="90000" l="7500" r="90000">
                        <a14:foregroundMark x1="10833" y1="15278" x2="7500" y2="45278"/>
                        <a14:foregroundMark x1="7500" y1="45278" x2="8611" y2="59722"/>
                      </a14:backgroundRemoval>
                    </a14:imgEffect>
                  </a14:imgLayer>
                </a14:imgProps>
              </a:ext>
              <a:ext uri="{28A0092B-C50C-407E-A947-70E740481C1C}">
                <a14:useLocalDpi xmlns:a14="http://schemas.microsoft.com/office/drawing/2010/main" val="0"/>
              </a:ext>
            </a:extLst>
          </a:blip>
          <a:srcRect/>
          <a:stretch>
            <a:fillRect/>
          </a:stretch>
        </p:blipFill>
        <p:spPr bwMode="auto">
          <a:xfrm rot="7915305">
            <a:off x="9917564" y="3750815"/>
            <a:ext cx="1184413" cy="118441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Tomato Slice PNG Transparent Image - Freepngdesign.com">
            <a:extLst>
              <a:ext uri="{FF2B5EF4-FFF2-40B4-BE49-F238E27FC236}">
                <a16:creationId xmlns:a16="http://schemas.microsoft.com/office/drawing/2014/main" id="{D2F0DF7C-3E28-4071-A51F-D6D0139068F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11127931" flipV="1">
            <a:off x="6096000" y="5466421"/>
            <a:ext cx="1291694" cy="1258227"/>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Shape 10">
            <a:extLst>
              <a:ext uri="{FF2B5EF4-FFF2-40B4-BE49-F238E27FC236}">
                <a16:creationId xmlns:a16="http://schemas.microsoft.com/office/drawing/2014/main" id="{8F193649-C4D9-32E7-573A-9F92B295CCB7}"/>
              </a:ext>
            </a:extLst>
          </p:cNvPr>
          <p:cNvSpPr/>
          <p:nvPr/>
        </p:nvSpPr>
        <p:spPr>
          <a:xfrm rot="16548459">
            <a:off x="-330001" y="227894"/>
            <a:ext cx="3666246" cy="2724438"/>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dirty="0"/>
          </a:p>
        </p:txBody>
      </p:sp>
      <p:sp>
        <p:nvSpPr>
          <p:cNvPr id="13" name="Freeform: Shape 12">
            <a:extLst>
              <a:ext uri="{FF2B5EF4-FFF2-40B4-BE49-F238E27FC236}">
                <a16:creationId xmlns:a16="http://schemas.microsoft.com/office/drawing/2014/main" id="{E8D06592-A052-31A8-ADE6-092DF9F754E7}"/>
              </a:ext>
            </a:extLst>
          </p:cNvPr>
          <p:cNvSpPr/>
          <p:nvPr/>
        </p:nvSpPr>
        <p:spPr>
          <a:xfrm rot="5741839">
            <a:off x="9977187" y="4876800"/>
            <a:ext cx="2292626" cy="1997242"/>
          </a:xfrm>
          <a:custGeom>
            <a:avLst/>
            <a:gdLst>
              <a:gd name="connsiteX0" fmla="*/ 0 w 3577390"/>
              <a:gd name="connsiteY0" fmla="*/ 0 h 2724438"/>
              <a:gd name="connsiteX1" fmla="*/ 770021 w 3577390"/>
              <a:gd name="connsiteY1" fmla="*/ 1106905 h 2724438"/>
              <a:gd name="connsiteX2" fmla="*/ 2310063 w 3577390"/>
              <a:gd name="connsiteY2" fmla="*/ 946484 h 2724438"/>
              <a:gd name="connsiteX3" fmla="*/ 2614863 w 3577390"/>
              <a:gd name="connsiteY3" fmla="*/ 2534653 h 2724438"/>
              <a:gd name="connsiteX4" fmla="*/ 3577390 w 3577390"/>
              <a:gd name="connsiteY4" fmla="*/ 2695074 h 2724438"/>
              <a:gd name="connsiteX5" fmla="*/ 3577390 w 3577390"/>
              <a:gd name="connsiteY5" fmla="*/ 2695074 h 272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7390" h="2724438">
                <a:moveTo>
                  <a:pt x="0" y="0"/>
                </a:moveTo>
                <a:cubicBezTo>
                  <a:pt x="192505" y="474579"/>
                  <a:pt x="385011" y="949158"/>
                  <a:pt x="770021" y="1106905"/>
                </a:cubicBezTo>
                <a:cubicBezTo>
                  <a:pt x="1155031" y="1264652"/>
                  <a:pt x="2002589" y="708526"/>
                  <a:pt x="2310063" y="946484"/>
                </a:cubicBezTo>
                <a:cubicBezTo>
                  <a:pt x="2617537" y="1184442"/>
                  <a:pt x="2403642" y="2243221"/>
                  <a:pt x="2614863" y="2534653"/>
                </a:cubicBezTo>
                <a:cubicBezTo>
                  <a:pt x="2826084" y="2826085"/>
                  <a:pt x="3577390" y="2695074"/>
                  <a:pt x="3577390" y="2695074"/>
                </a:cubicBezTo>
                <a:lnTo>
                  <a:pt x="3577390" y="2695074"/>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6" name="TextBox 5">
            <a:extLst>
              <a:ext uri="{FF2B5EF4-FFF2-40B4-BE49-F238E27FC236}">
                <a16:creationId xmlns:a16="http://schemas.microsoft.com/office/drawing/2014/main" id="{21B8D69C-E499-4651-AE9A-A4444A1008F0}"/>
              </a:ext>
            </a:extLst>
          </p:cNvPr>
          <p:cNvSpPr txBox="1"/>
          <p:nvPr/>
        </p:nvSpPr>
        <p:spPr>
          <a:xfrm>
            <a:off x="1435057" y="1606521"/>
            <a:ext cx="9891266" cy="5016758"/>
          </a:xfrm>
          <a:prstGeom prst="rect">
            <a:avLst/>
          </a:prstGeom>
          <a:noFill/>
        </p:spPr>
        <p:txBody>
          <a:bodyPr wrap="square" rtlCol="0">
            <a:spAutoFit/>
          </a:bodyPr>
          <a:lstStyle/>
          <a:p>
            <a:pPr algn="ctr"/>
            <a:r>
              <a:rPr lang="en-US" sz="3200" dirty="0">
                <a:solidFill>
                  <a:srgbClr val="CE2104"/>
                </a:solidFill>
                <a:latin typeface="Calibri (body)"/>
              </a:rPr>
              <a:t>A healthy diet means eating a balanced mix of whole foods like fruits, vegetables, whole grains, proteins (such as lentils, eggs, or fish), and healthy fats from nuts and seeds, while limiting processed foods, excess sugar, and salt. It supports your body’s Metabolism, keeps energy levels stable, and helps prevent diseases like Type 2 Diabetes. Drinking enough water and maintaining consistent eating habits are just as important as choosing the right foods.</a:t>
            </a:r>
          </a:p>
          <a:p>
            <a:pPr algn="ctr"/>
            <a:endParaRPr lang="en-IN" sz="3200" dirty="0">
              <a:solidFill>
                <a:srgbClr val="CE2104"/>
              </a:solidFill>
              <a:latin typeface="Calibri (body)"/>
            </a:endParaRPr>
          </a:p>
        </p:txBody>
      </p:sp>
      <p:pic>
        <p:nvPicPr>
          <p:cNvPr id="1026" name="Picture 2" descr="Healthy Diet Infographics Nutritional Recommendations Contents Stock Vector  (Royalty Free) 321412166 | Shutterstock">
            <a:extLst>
              <a:ext uri="{FF2B5EF4-FFF2-40B4-BE49-F238E27FC236}">
                <a16:creationId xmlns:a16="http://schemas.microsoft.com/office/drawing/2014/main" id="{4D160FD7-3BDC-43FE-99F5-4120A630A46C}"/>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backgroundRemoval t="8599" b="90000" l="9600" r="96267">
                        <a14:foregroundMark x1="37200" y1="8917" x2="45333" y2="8917"/>
                        <a14:foregroundMark x1="45333" y1="8917" x2="53000" y2="8599"/>
                        <a14:foregroundMark x1="53000" y1="8599" x2="60800" y2="8599"/>
                        <a14:foregroundMark x1="11933" y1="38344" x2="10467" y2="45860"/>
                        <a14:foregroundMark x1="10467" y1="45860" x2="11333" y2="52484"/>
                        <a14:foregroundMark x1="9600" y1="39745" x2="10200" y2="52803"/>
                        <a14:foregroundMark x1="89867" y1="36943" x2="93480" y2="40192"/>
                        <a14:backgroundMark x1="94200" y1="38917" x2="96533" y2="45032"/>
                        <a14:backgroundMark x1="92200" y1="37771" x2="93333" y2="41656"/>
                        <a14:backgroundMark x1="94467" y1="40828" x2="93333" y2="39745"/>
                      </a14:backgroundRemoval>
                    </a14:imgEffect>
                  </a14:imgLayer>
                </a14:imgProps>
              </a:ext>
              <a:ext uri="{28A0092B-C50C-407E-A947-70E740481C1C}">
                <a14:useLocalDpi xmlns:a14="http://schemas.microsoft.com/office/drawing/2010/main" val="0"/>
              </a:ext>
            </a:extLst>
          </a:blip>
          <a:srcRect l="8221" t="4319" r="4173" b="13513"/>
          <a:stretch/>
        </p:blipFill>
        <p:spPr bwMode="auto">
          <a:xfrm>
            <a:off x="7051880" y="20272"/>
            <a:ext cx="1543125" cy="14464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EED3C5-1EC7-4E30-8FD2-2DC8FD05AD54}"/>
              </a:ext>
            </a:extLst>
          </p:cNvPr>
          <p:cNvSpPr txBox="1"/>
          <p:nvPr/>
        </p:nvSpPr>
        <p:spPr>
          <a:xfrm>
            <a:off x="6095497" y="394279"/>
            <a:ext cx="6324600" cy="830997"/>
          </a:xfrm>
          <a:prstGeom prst="rect">
            <a:avLst/>
          </a:prstGeom>
          <a:noFill/>
        </p:spPr>
        <p:txBody>
          <a:bodyPr wrap="square" rtlCol="0">
            <a:spAutoFit/>
          </a:bodyPr>
          <a:lstStyle/>
          <a:p>
            <a:r>
              <a:rPr lang="en-IN" sz="4800" dirty="0">
                <a:solidFill>
                  <a:srgbClr val="0B6F2A"/>
                </a:solidFill>
                <a:latin typeface="Calibri "/>
              </a:rPr>
              <a:t>Healthy Diet</a:t>
            </a:r>
          </a:p>
        </p:txBody>
      </p:sp>
      <p:pic>
        <p:nvPicPr>
          <p:cNvPr id="45" name="Picture 44">
            <a:extLst>
              <a:ext uri="{FF2B5EF4-FFF2-40B4-BE49-F238E27FC236}">
                <a16:creationId xmlns:a16="http://schemas.microsoft.com/office/drawing/2014/main" id="{23D48295-7E67-4F14-9DE3-CA3DB82D91B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4075842">
            <a:off x="553658" y="4067359"/>
            <a:ext cx="1028570" cy="1028570"/>
          </a:xfrm>
          <a:prstGeom prst="rect">
            <a:avLst/>
          </a:prstGeom>
        </p:spPr>
      </p:pic>
      <p:pic>
        <p:nvPicPr>
          <p:cNvPr id="48" name="Picture 6" descr="Set of cut green olives on white background. | Premium Photo">
            <a:extLst>
              <a:ext uri="{FF2B5EF4-FFF2-40B4-BE49-F238E27FC236}">
                <a16:creationId xmlns:a16="http://schemas.microsoft.com/office/drawing/2014/main" id="{5233A34C-D8F7-4EB3-BD20-104D11C03CC0}"/>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5417" t="6582" r="18575" b="3116"/>
          <a:stretch/>
        </p:blipFill>
        <p:spPr bwMode="auto">
          <a:xfrm>
            <a:off x="10539167" y="5441325"/>
            <a:ext cx="2034361" cy="194687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Set of flying cut black olives on white background, closeup | Premium Photo">
            <a:extLst>
              <a:ext uri="{FF2B5EF4-FFF2-40B4-BE49-F238E27FC236}">
                <a16:creationId xmlns:a16="http://schemas.microsoft.com/office/drawing/2014/main" id="{E59E6C36-8AC5-4B82-B047-A4197161585D}"/>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908" t="14092" r="21826" b="6332"/>
          <a:stretch/>
        </p:blipFill>
        <p:spPr bwMode="auto">
          <a:xfrm flipV="1">
            <a:off x="2287554" y="544922"/>
            <a:ext cx="804447" cy="757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230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67FEB9-7EA0-44B5-806A-17615E1B4A35}"/>
              </a:ext>
            </a:extLst>
          </p:cNvPr>
          <p:cNvSpPr/>
          <p:nvPr/>
        </p:nvSpPr>
        <p:spPr>
          <a:xfrm>
            <a:off x="793" y="0"/>
            <a:ext cx="6096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90A2751-06C2-4A09-A0DE-9A6518ECB679}"/>
              </a:ext>
            </a:extLst>
          </p:cNvPr>
          <p:cNvSpPr/>
          <p:nvPr/>
        </p:nvSpPr>
        <p:spPr>
          <a:xfrm>
            <a:off x="6095207" y="-20054"/>
            <a:ext cx="6096000" cy="68780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28" name="Picture 4" descr="284,987 Man Eating Healthy Food Royalty-Free Images, Stock Photos &amp;  Pictures | Shutterstock">
            <a:extLst>
              <a:ext uri="{FF2B5EF4-FFF2-40B4-BE49-F238E27FC236}">
                <a16:creationId xmlns:a16="http://schemas.microsoft.com/office/drawing/2014/main" id="{6E93553E-8B12-E15F-C75D-44A6494483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47"/>
          <a:stretch/>
        </p:blipFill>
        <p:spPr bwMode="auto">
          <a:xfrm>
            <a:off x="6096793" y="-20054"/>
            <a:ext cx="6584491" cy="689810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unk Food. Portrait Young Girl. Close-up Stock Photo - Image of enjoy,  enjoyment: 192375594">
            <a:extLst>
              <a:ext uri="{FF2B5EF4-FFF2-40B4-BE49-F238E27FC236}">
                <a16:creationId xmlns:a16="http://schemas.microsoft.com/office/drawing/2014/main" id="{062F7FBA-B61B-2D05-ADBD-60ED3C850D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1916" y="0"/>
            <a:ext cx="7586330" cy="6878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664603"/>
      </p:ext>
    </p:extLst>
  </p:cSld>
  <p:clrMapOvr>
    <a:masterClrMapping/>
  </p:clrMapOvr>
  <mc:AlternateContent xmlns:mc="http://schemas.openxmlformats.org/markup-compatibility/2006" xmlns:p14="http://schemas.microsoft.com/office/powerpoint/2010/main">
    <mc:Choice Requires="p14">
      <p:transition spd="slow" p14:dur="1600" advClick="0" advTm="2000">
        <p14:gallery dir="l"/>
      </p:transition>
    </mc:Choice>
    <mc:Fallback xmlns="">
      <p:transition spd="slow" advClick="0"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67FEB9-7EA0-44B5-806A-17615E1B4A35}"/>
              </a:ext>
            </a:extLst>
          </p:cNvPr>
          <p:cNvSpPr/>
          <p:nvPr/>
        </p:nvSpPr>
        <p:spPr>
          <a:xfrm>
            <a:off x="793" y="0"/>
            <a:ext cx="6096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90A2751-06C2-4A09-A0DE-9A6518ECB679}"/>
              </a:ext>
            </a:extLst>
          </p:cNvPr>
          <p:cNvSpPr/>
          <p:nvPr/>
        </p:nvSpPr>
        <p:spPr>
          <a:xfrm>
            <a:off x="6095207" y="-20054"/>
            <a:ext cx="6096000" cy="6878053"/>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A12563B4-6034-100C-486B-DAEE3EE1765A}"/>
              </a:ext>
            </a:extLst>
          </p:cNvPr>
          <p:cNvSpPr txBox="1"/>
          <p:nvPr/>
        </p:nvSpPr>
        <p:spPr>
          <a:xfrm>
            <a:off x="7033669" y="0"/>
            <a:ext cx="5727032" cy="7478970"/>
          </a:xfrm>
          <a:prstGeom prst="rect">
            <a:avLst/>
          </a:prstGeom>
          <a:noFill/>
        </p:spPr>
        <p:txBody>
          <a:bodyPr wrap="square" rtlCol="0">
            <a:spAutoFit/>
          </a:bodyPr>
          <a:lstStyle/>
          <a:p>
            <a:pPr algn="ctr"/>
            <a:r>
              <a:rPr lang="en-US" sz="8000" i="1" dirty="0">
                <a:solidFill>
                  <a:srgbClr val="C80000"/>
                </a:solidFill>
                <a:latin typeface="Constantia" panose="02030602050306030303" pitchFamily="18" charset="0"/>
              </a:rPr>
              <a:t>Swap unhealthy snacks          for better choices.</a:t>
            </a:r>
          </a:p>
          <a:p>
            <a:endParaRPr lang="en-IN" sz="8000" i="1" dirty="0">
              <a:solidFill>
                <a:srgbClr val="C80000"/>
              </a:solidFill>
              <a:latin typeface="Constantia" panose="02030602050306030303" pitchFamily="18" charset="0"/>
            </a:endParaRPr>
          </a:p>
        </p:txBody>
      </p:sp>
      <p:pic>
        <p:nvPicPr>
          <p:cNvPr id="2050" name="Picture 2" descr="Junk Food. Portrait Young Girl. Close-up Stock Photo - Image of enjoy,  enjoyment: 192375594">
            <a:extLst>
              <a:ext uri="{FF2B5EF4-FFF2-40B4-BE49-F238E27FC236}">
                <a16:creationId xmlns:a16="http://schemas.microsoft.com/office/drawing/2014/main" id="{C020FE2C-4CAF-BCB7-EBAE-F2AB6E0F7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789" y="0"/>
            <a:ext cx="8867735" cy="6878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219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67FEB9-7EA0-44B5-806A-17615E1B4A35}"/>
              </a:ext>
            </a:extLst>
          </p:cNvPr>
          <p:cNvSpPr/>
          <p:nvPr/>
        </p:nvSpPr>
        <p:spPr>
          <a:xfrm>
            <a:off x="0" y="-20054"/>
            <a:ext cx="6096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90A2751-06C2-4A09-A0DE-9A6518ECB679}"/>
              </a:ext>
            </a:extLst>
          </p:cNvPr>
          <p:cNvSpPr/>
          <p:nvPr/>
        </p:nvSpPr>
        <p:spPr>
          <a:xfrm>
            <a:off x="6095207" y="-20054"/>
            <a:ext cx="6096000" cy="68780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28" name="Picture 4" descr="284,987 Man Eating Healthy Food Royalty-Free Images, Stock Photos &amp;  Pictures | Shutterstock">
            <a:extLst>
              <a:ext uri="{FF2B5EF4-FFF2-40B4-BE49-F238E27FC236}">
                <a16:creationId xmlns:a16="http://schemas.microsoft.com/office/drawing/2014/main" id="{6E93553E-8B12-E15F-C75D-44A6494483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47"/>
          <a:stretch/>
        </p:blipFill>
        <p:spPr bwMode="auto">
          <a:xfrm>
            <a:off x="6096793" y="-192505"/>
            <a:ext cx="6849186" cy="736332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Junk Food. Portrait Young Girl. Close-up Stock Photo - Image of enjoy,  enjoyment: 192375594">
            <a:extLst>
              <a:ext uri="{FF2B5EF4-FFF2-40B4-BE49-F238E27FC236}">
                <a16:creationId xmlns:a16="http://schemas.microsoft.com/office/drawing/2014/main" id="{2413390A-4B22-98E6-374A-03015F61E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032" y="-553453"/>
            <a:ext cx="7249446" cy="7724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659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67FEB9-7EA0-44B5-806A-17615E1B4A35}"/>
              </a:ext>
            </a:extLst>
          </p:cNvPr>
          <p:cNvSpPr/>
          <p:nvPr/>
        </p:nvSpPr>
        <p:spPr>
          <a:xfrm>
            <a:off x="793" y="0"/>
            <a:ext cx="6096000" cy="6858000"/>
          </a:xfrm>
          <a:prstGeom prst="rect">
            <a:avLst/>
          </a:prstGeom>
          <a:solidFill>
            <a:srgbClr val="CBF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A3F39F"/>
              </a:solidFill>
            </a:endParaRPr>
          </a:p>
        </p:txBody>
      </p:sp>
      <p:sp>
        <p:nvSpPr>
          <p:cNvPr id="3" name="Rectangle 2">
            <a:extLst>
              <a:ext uri="{FF2B5EF4-FFF2-40B4-BE49-F238E27FC236}">
                <a16:creationId xmlns:a16="http://schemas.microsoft.com/office/drawing/2014/main" id="{990A2751-06C2-4A09-A0DE-9A6518ECB679}"/>
              </a:ext>
            </a:extLst>
          </p:cNvPr>
          <p:cNvSpPr/>
          <p:nvPr/>
        </p:nvSpPr>
        <p:spPr>
          <a:xfrm>
            <a:off x="6095207" y="-20054"/>
            <a:ext cx="6096000" cy="68780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28" name="Picture 4" descr="284,987 Man Eating Healthy Food Royalty-Free Images, Stock Photos &amp;  Pictures | Shutterstock">
            <a:extLst>
              <a:ext uri="{FF2B5EF4-FFF2-40B4-BE49-F238E27FC236}">
                <a16:creationId xmlns:a16="http://schemas.microsoft.com/office/drawing/2014/main" id="{6E93553E-8B12-E15F-C75D-44A6494483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47"/>
          <a:stretch/>
        </p:blipFill>
        <p:spPr bwMode="auto">
          <a:xfrm>
            <a:off x="5478378" y="-409074"/>
            <a:ext cx="7251033" cy="788804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921F9E-EDAD-183B-B572-137E339A8AB5}"/>
              </a:ext>
            </a:extLst>
          </p:cNvPr>
          <p:cNvSpPr txBox="1"/>
          <p:nvPr/>
        </p:nvSpPr>
        <p:spPr>
          <a:xfrm>
            <a:off x="0" y="0"/>
            <a:ext cx="5478378" cy="7478970"/>
          </a:xfrm>
          <a:prstGeom prst="rect">
            <a:avLst/>
          </a:prstGeom>
          <a:noFill/>
        </p:spPr>
        <p:txBody>
          <a:bodyPr wrap="square" rtlCol="0">
            <a:spAutoFit/>
          </a:bodyPr>
          <a:lstStyle/>
          <a:p>
            <a:pPr algn="ctr"/>
            <a:r>
              <a:rPr lang="en-US" sz="8000" i="1" dirty="0">
                <a:solidFill>
                  <a:srgbClr val="156E06"/>
                </a:solidFill>
                <a:latin typeface="Constantia" panose="02030602050306030303" pitchFamily="18" charset="0"/>
              </a:rPr>
              <a:t>Choose fresh, wholesome meals every day.</a:t>
            </a:r>
          </a:p>
          <a:p>
            <a:pPr algn="ctr"/>
            <a:endParaRPr lang="en-IN" sz="8000" i="1" dirty="0">
              <a:solidFill>
                <a:srgbClr val="156E06"/>
              </a:solidFill>
              <a:latin typeface="Constantia" panose="02030602050306030303" pitchFamily="18" charset="0"/>
            </a:endParaRPr>
          </a:p>
        </p:txBody>
      </p:sp>
    </p:spTree>
    <p:extLst>
      <p:ext uri="{BB962C8B-B14F-4D97-AF65-F5344CB8AC3E}">
        <p14:creationId xmlns:p14="http://schemas.microsoft.com/office/powerpoint/2010/main" val="3086503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E25D08-77FA-812F-B023-2EB5CE044EB9}"/>
              </a:ext>
            </a:extLst>
          </p:cNvPr>
          <p:cNvSpPr txBox="1"/>
          <p:nvPr/>
        </p:nvSpPr>
        <p:spPr>
          <a:xfrm>
            <a:off x="-14039" y="-198299"/>
            <a:ext cx="12206039" cy="3939540"/>
          </a:xfrm>
          <a:prstGeom prst="rect">
            <a:avLst/>
          </a:prstGeom>
          <a:noFill/>
        </p:spPr>
        <p:txBody>
          <a:bodyPr wrap="square">
            <a:spAutoFit/>
          </a:bodyPr>
          <a:lstStyle/>
          <a:p>
            <a:pPr algn="ctr"/>
            <a:r>
              <a:rPr lang="en-US" sz="25000" dirty="0">
                <a:blipFill dpi="0" rotWithShape="1">
                  <a:blip r:embed="rId2">
                    <a:extLst>
                      <a:ext uri="{28A0092B-C50C-407E-A947-70E740481C1C}">
                        <a14:useLocalDpi xmlns:a14="http://schemas.microsoft.com/office/drawing/2010/main" val="0"/>
                      </a:ext>
                    </a:extLst>
                  </a:blip>
                  <a:srcRect/>
                  <a:stretch>
                    <a:fillRect/>
                  </a:stretch>
                </a:blipFill>
                <a:latin typeface="Constantia" panose="02030602050306030303" pitchFamily="18" charset="0"/>
              </a:rPr>
              <a:t>THANK</a:t>
            </a:r>
            <a:endParaRPr lang="en-IN" sz="25000" dirty="0">
              <a:blipFill dpi="0" rotWithShape="1">
                <a:blip r:embed="rId2">
                  <a:extLst>
                    <a:ext uri="{28A0092B-C50C-407E-A947-70E740481C1C}">
                      <a14:useLocalDpi xmlns:a14="http://schemas.microsoft.com/office/drawing/2010/main" val="0"/>
                    </a:ext>
                  </a:extLst>
                </a:blip>
                <a:srcRect/>
                <a:stretch>
                  <a:fillRect/>
                </a:stretch>
              </a:blipFill>
              <a:latin typeface="Constantia" panose="02030602050306030303" pitchFamily="18" charset="0"/>
            </a:endParaRPr>
          </a:p>
        </p:txBody>
      </p:sp>
      <p:sp>
        <p:nvSpPr>
          <p:cNvPr id="4" name="TextBox 3">
            <a:extLst>
              <a:ext uri="{FF2B5EF4-FFF2-40B4-BE49-F238E27FC236}">
                <a16:creationId xmlns:a16="http://schemas.microsoft.com/office/drawing/2014/main" id="{A618188C-B625-9659-6068-64B89BC03983}"/>
              </a:ext>
            </a:extLst>
          </p:cNvPr>
          <p:cNvSpPr txBox="1"/>
          <p:nvPr/>
        </p:nvSpPr>
        <p:spPr>
          <a:xfrm>
            <a:off x="2767262" y="3128210"/>
            <a:ext cx="7363327" cy="3939540"/>
          </a:xfrm>
          <a:prstGeom prst="rect">
            <a:avLst/>
          </a:prstGeom>
          <a:noFill/>
        </p:spPr>
        <p:txBody>
          <a:bodyPr wrap="square" rtlCol="0">
            <a:spAutoFit/>
          </a:bodyPr>
          <a:lstStyle/>
          <a:p>
            <a:r>
              <a:rPr lang="en-US" sz="25000" dirty="0">
                <a:blipFill dpi="0" rotWithShape="1">
                  <a:blip r:embed="rId2">
                    <a:extLst>
                      <a:ext uri="{28A0092B-C50C-407E-A947-70E740481C1C}">
                        <a14:useLocalDpi xmlns:a14="http://schemas.microsoft.com/office/drawing/2010/main" val="0"/>
                      </a:ext>
                    </a:extLst>
                  </a:blip>
                  <a:srcRect/>
                  <a:stretch>
                    <a:fillRect/>
                  </a:stretch>
                </a:blipFill>
                <a:latin typeface="Constantia" panose="02030602050306030303" pitchFamily="18" charset="0"/>
              </a:rPr>
              <a:t>YOU</a:t>
            </a:r>
            <a:endParaRPr lang="en-IN" sz="25000" dirty="0">
              <a:blipFill dpi="0" rotWithShape="1">
                <a:blip r:embed="rId2">
                  <a:extLst>
                    <a:ext uri="{28A0092B-C50C-407E-A947-70E740481C1C}">
                      <a14:useLocalDpi xmlns:a14="http://schemas.microsoft.com/office/drawing/2010/main" val="0"/>
                    </a:ext>
                  </a:extLst>
                </a:blip>
                <a:srcRect/>
                <a:stretch>
                  <a:fillRect/>
                </a:stretch>
              </a:blipFill>
              <a:latin typeface="Constantia" panose="02030602050306030303" pitchFamily="18" charset="0"/>
            </a:endParaRPr>
          </a:p>
        </p:txBody>
      </p:sp>
    </p:spTree>
    <p:extLst>
      <p:ext uri="{BB962C8B-B14F-4D97-AF65-F5344CB8AC3E}">
        <p14:creationId xmlns:p14="http://schemas.microsoft.com/office/powerpoint/2010/main" val="5815421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4000">
        <p15:prstTrans prst="origami"/>
      </p:transition>
    </mc:Choice>
    <mc:Fallback xmlns="">
      <p:transition spd="slow" advClick="0" advTm="4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1626</TotalTime>
  <Words>389</Words>
  <Application>Microsoft Office PowerPoint</Application>
  <PresentationFormat>Widescreen</PresentationFormat>
  <Paragraphs>38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Aptos Display</vt:lpstr>
      <vt:lpstr>Arial</vt:lpstr>
      <vt:lpstr>Calibri</vt:lpstr>
      <vt:lpstr>Calibri </vt:lpstr>
      <vt:lpstr>Calibri (body)</vt:lpstr>
      <vt:lpstr>Constantia</vt:lpstr>
      <vt:lpstr>Eras Bold ITC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MAAYA-18</dc:creator>
  <cp:lastModifiedBy>MAAYA-18</cp:lastModifiedBy>
  <cp:revision>23</cp:revision>
  <dcterms:created xsi:type="dcterms:W3CDTF">2026-04-23T17:16:36Z</dcterms:created>
  <dcterms:modified xsi:type="dcterms:W3CDTF">2026-04-26T02:59:56Z</dcterms:modified>
</cp:coreProperties>
</file>