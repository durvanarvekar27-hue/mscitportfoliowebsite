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8211B-44A5-48E3-9C2B-6E19CDCDF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45FC26-E129-4459-BF2D-EA7BB1658E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3C62A-FBE4-4071-9EDC-0584A3465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6522D-6696-4608-8002-674F0770BF07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67CEF-BBA7-46BC-9AEF-E92D2F190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3D233-1D55-4A59-BF96-28A42CD08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60C0-3864-47C1-A3F2-8092C36E0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024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4CBDE-FF20-439B-96F3-00216E0C8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8DBF6-30B0-4C37-ACF6-FD636FA7B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E9903-80EC-4DD9-8FE8-29C3931DA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6522D-6696-4608-8002-674F0770BF07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56E69-2567-49F2-9DB8-0318186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F8549-8E62-4584-A270-9D706139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60C0-3864-47C1-A3F2-8092C36E0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931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EBA49-5B3F-4BBE-9240-B2C12EDF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730BC-006A-41F2-B61B-94BF87ECC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F5E93-DA9E-45D3-979C-49F571986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6522D-6696-4608-8002-674F0770BF07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C2423-F456-4558-82A9-35AC8A794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1AD16-F6F7-4C60-ABAA-044DE53CA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60C0-3864-47C1-A3F2-8092C36E0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366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A9FF2-AEB1-48FA-A16C-CACA02378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1AC97-8AB3-4189-BDF6-8B645416A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4552E-71FE-4432-9688-C3BD045EF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67049-DA5D-410E-A22F-B468CFD60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6522D-6696-4608-8002-674F0770BF07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78CBED-4EBB-499B-B6B8-F897E7B4C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180E0-2C5F-4573-B6D4-03417EDF0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60C0-3864-47C1-A3F2-8092C36E0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056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5F154-7CC1-4904-AB8D-0C4441B68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D7DD6-998B-4B0C-9479-AE4C2117D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AF4E58-E48D-4694-BCE3-45DE89352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B9ACBE-C56D-415A-9B66-6964E90964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810A8A-7535-4FAB-A02E-43D846E2FF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0A5ED-2A9A-4128-AAB9-EC21F52C1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6522D-6696-4608-8002-674F0770BF07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CCD08D-5BAF-4608-97CD-7DF031A5B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A4A26D-3A53-4746-B7BA-202E0BCC5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60C0-3864-47C1-A3F2-8092C36E0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93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D3DDF-2D00-4BE0-BEC5-5B6562335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C6560D-7ECB-45F0-A5DD-3290FC87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6522D-6696-4608-8002-674F0770BF07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61B1C6-A875-4A67-B65B-7EA4C2ACE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0AF0E2-1756-45C0-878D-322BE9C74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60C0-3864-47C1-A3F2-8092C36E0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142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F84E4C-B670-4DF6-B08D-5F6BEE50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6522D-6696-4608-8002-674F0770BF07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8E3AE4-4579-4C9C-93B4-4655EAC41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7096A-0120-41B6-AB47-ADE768E4A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60C0-3864-47C1-A3F2-8092C36E0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449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A6CE0-9117-46F8-8D73-79493A9B0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CEB0F-5AD0-4967-AE24-AB45224DB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28900F-63A4-4E23-AF80-2DE9FC4B8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217D4C-D080-43F4-BD57-FD4CD7A74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6522D-6696-4608-8002-674F0770BF07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9A5BD-8C51-48E9-B3CF-063EAA08F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7F9156-6289-4371-8A6C-0185CC4EA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60C0-3864-47C1-A3F2-8092C36E0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312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A4CE8-1B44-4835-9927-2BA6B5BD2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C52D7F-69BA-4C46-B52E-FE2154A299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BDA945-B302-43DA-9611-8BAB92C84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CFA2D-8062-43F4-9156-A8B53729F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6522D-6696-4608-8002-674F0770BF07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7913A-D710-48EC-832F-5C030A43E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F5DBF-9841-45ED-977A-AE9888E85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60C0-3864-47C1-A3F2-8092C36E0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802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8A2D1-9609-4956-9824-731EBFD42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BF096-8538-447F-95FA-93A9B368BC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46A5B-CBB1-473B-A2B2-474895B57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6522D-6696-4608-8002-674F0770BF07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A328C-D00A-44BE-BC85-39BBF65F2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4E69C-99A5-43A2-B25E-69DA2C3EE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60C0-3864-47C1-A3F2-8092C36E0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470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4DA949-E5A7-42DD-8ABD-B6845C4C0A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60C01E-DAD1-4C2B-8AB7-77B4AA259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B8613-13AC-4290-9849-3BF46A536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6522D-6696-4608-8002-674F0770BF07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20BBA-FCD8-470B-9874-32F58D86A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BABC0-33CC-4E00-8600-A5920D61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60C0-3864-47C1-A3F2-8092C36E0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660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C0CD15-9C79-416C-B72F-C93744DEE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8B36F-BEF5-4531-BD0A-24EB979FF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7BE98-747B-4202-B040-6FEDB2DB0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6522D-6696-4608-8002-674F0770BF07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93653-DA11-4D1D-A991-D0C275E1E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ED6EC-4905-45C2-BA59-AB0ED6BCE0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E60C0-3864-47C1-A3F2-8092C36E0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15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74E26-44C1-4573-B58A-8A9D44C451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54B388-C4FA-4869-B904-5AB23B2087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679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</dc:title>
  <dc:creator>MAAYA-06</dc:creator>
  <cp:keywords>MAYA</cp:keywords>
  <cp:lastModifiedBy>MAAYA-06</cp:lastModifiedBy>
  <cp:revision>1</cp:revision>
  <dcterms:created xsi:type="dcterms:W3CDTF">2026-04-09T05:23:12Z</dcterms:created>
  <dcterms:modified xsi:type="dcterms:W3CDTF">2026-04-09T05:34:42Z</dcterms:modified>
</cp:coreProperties>
</file>