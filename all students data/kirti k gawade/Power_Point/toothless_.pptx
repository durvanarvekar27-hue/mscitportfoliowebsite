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>
        <p:scale>
          <a:sx n="33" d="100"/>
          <a:sy n="33" d="100"/>
        </p:scale>
        <p:origin x="2178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9205-2855-493B-BAE2-7672D070D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DED13-4BD1-4871-AFA7-1E9DAB8D1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C2C23-3813-4DBF-A5F8-27BC3911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6D3F1-CDD6-4273-ABF3-4258115B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63EEC-CA29-4E94-A85E-7D67284C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41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6F4E3-6B76-4F07-94E4-7C949CAA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346DB-5563-4D06-8D7E-6B319827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2436C-4C7D-4CA0-8A62-5B40A5D5C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1C0BD-E158-4301-9E5C-583597BE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1D28-9962-49E5-8B2A-0B8E331B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697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186B6-9E75-491B-80E7-5178EF06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99380-3D23-4609-9A05-3C40867AF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64406-AB9E-4D08-AD88-F3E5DD32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5929B-1ED3-430D-92D8-679EA03C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1E99-2D12-4054-AC0B-5CED27E0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892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69EC-854A-426F-858A-7942FD3F2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3F2CF-9AFB-4E39-B192-DCB0D7A67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399AD-F1F6-4B87-BDF5-F31E1F546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90ABA-FDBC-479E-B31B-26A39DCF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DC9A1-5930-4277-9D4F-F309B727A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FC1AD-17D0-418C-BD15-C56B6039D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219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DACA-07B3-44A4-BA75-D8118317E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A7D2A-45D4-4996-A7A5-D0F2ACCDC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7BCCA-D89E-46BF-9FBC-0CAD81710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18E6C-70E0-4290-90B7-F42B2ADF9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51F26-ADED-4908-9381-6E0AF5498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9FD58-D849-42E1-8EA7-4AE4D643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EA80AD-6746-419F-9975-98659BCD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F7369A-719F-4760-9698-6D941AD1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112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C0FB-6E94-480A-B0AB-447ACCAC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F7DFB0-9929-492B-A0B1-160B87EE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5C22A-DEEE-4725-B22F-4322214F4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30722-58AA-45B3-BBEB-7BDCC6EE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08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E4D11C-95ED-4B92-AD4D-DE83B043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F5292-7A29-4CB0-B73D-84FACBBE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72A7B-979A-406F-AA0E-2110B763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58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6EB7-A88B-45EF-B7B8-D01061A6B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F1C25-D616-4FAD-BB2C-AD076E905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7BB57-F856-4B2D-97D2-08D8E7092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D8C83-FF5D-4193-B00E-2471E786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DB5D8-369A-446A-BDD0-0E8DDB92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79333-5F94-4ECB-94E2-CE36A9CF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47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A0E7-F0D5-48EE-BF76-03662781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225C66-978C-4BEC-A06A-CF3A87551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C927B-791A-49E9-9C98-2B6C798A6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85923-8737-4B7F-B197-5C55E2B8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08AC-6460-4CC3-8A7D-B13D16B67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5C25B-933B-4498-950E-10D70695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15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F9184-2D8D-47E8-8067-5212DA5A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1EB2C-709C-4621-AA13-8524DEE8E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6BCBD-F7F2-4DA6-9A0F-7751A16CA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B1D63-16ED-4E00-A150-72479229E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A6011-5FE8-4BFF-8648-141DADEE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479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18F965-F7CE-4081-8C61-F3A65DE045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F054C-930B-42C7-89F9-6522F4723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CE90C-5B68-40E6-9A0B-AC34D93ED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D9C61-2275-4DD0-B94B-93665885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95591-E570-4DCC-A9AB-FE71BD3E3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41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ED492B-8FE4-4372-A387-71A3894B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5CFF0-C732-4D75-9D67-431BCDD88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1AB88-F401-47D4-B7D0-2EF492B50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3794E-525B-4437-8820-8F1FD17BC85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73907-8D7C-431D-BEA4-DA39B94F7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18E29-6582-406F-972E-4C58F97BB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A1ED9-932B-4C37-9F37-D32ACD140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42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10CEA7-F3F8-D839-FDE4-F19F98854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25" y="3429000"/>
            <a:ext cx="61913" cy="660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A847B4-29C5-B046-5BA6-3ED9D233F4EA}"/>
              </a:ext>
            </a:extLst>
          </p:cNvPr>
          <p:cNvSpPr txBox="1"/>
          <p:nvPr/>
        </p:nvSpPr>
        <p:spPr>
          <a:xfrm>
            <a:off x="1735539" y="2875002"/>
            <a:ext cx="87209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Baskerville Old Face" panose="02020602080505020303" pitchFamily="18" charset="0"/>
              </a:rPr>
              <a:t>T  O  </a:t>
            </a:r>
            <a:r>
              <a:rPr lang="en-US" sz="6600" b="1" dirty="0" err="1">
                <a:latin typeface="Baskerville Old Face" panose="02020602080505020303" pitchFamily="18" charset="0"/>
              </a:rPr>
              <a:t>O</a:t>
            </a:r>
            <a:r>
              <a:rPr lang="en-US" sz="6600" b="1" dirty="0">
                <a:latin typeface="Baskerville Old Face" panose="02020602080505020303" pitchFamily="18" charset="0"/>
              </a:rPr>
              <a:t>  T  H  L  E  S  </a:t>
            </a:r>
            <a:r>
              <a:rPr lang="en-US" sz="6600" b="1" dirty="0" err="1">
                <a:latin typeface="Baskerville Old Face" panose="02020602080505020303" pitchFamily="18" charset="0"/>
              </a:rPr>
              <a:t>S</a:t>
            </a:r>
            <a:endParaRPr lang="en-US" sz="6600" b="1" dirty="0">
              <a:latin typeface="Baskerville Old Face" panose="020206020805050203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467F9C-FDCB-77BD-5D25-38A0AB5CB1B1}"/>
              </a:ext>
            </a:extLst>
          </p:cNvPr>
          <p:cNvSpPr txBox="1"/>
          <p:nvPr/>
        </p:nvSpPr>
        <p:spPr>
          <a:xfrm>
            <a:off x="5550088" y="4079040"/>
            <a:ext cx="1091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Dragoans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F83A2B-D262-4F65-7BFA-8041C48E3DB2}"/>
              </a:ext>
            </a:extLst>
          </p:cNvPr>
          <p:cNvSpPr txBox="1"/>
          <p:nvPr/>
        </p:nvSpPr>
        <p:spPr>
          <a:xfrm>
            <a:off x="3643572" y="4046246"/>
            <a:ext cx="190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104215-8598-2D4F-300D-CA443AA21F8B}"/>
              </a:ext>
            </a:extLst>
          </p:cNvPr>
          <p:cNvSpPr txBox="1"/>
          <p:nvPr/>
        </p:nvSpPr>
        <p:spPr>
          <a:xfrm>
            <a:off x="6641910" y="4046246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9070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13C642-5D21-46D0-B651-A04F75364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79479"/>
            <a:ext cx="6096000" cy="649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4461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92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91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64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444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21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89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13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12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Baskerville Old Face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MAAYA-15</dc:creator>
  <cp:lastModifiedBy>MAAYA-17</cp:lastModifiedBy>
  <cp:revision>20</cp:revision>
  <dcterms:created xsi:type="dcterms:W3CDTF">2026-03-24T09:53:37Z</dcterms:created>
  <dcterms:modified xsi:type="dcterms:W3CDTF">2026-04-15T10:09:27Z</dcterms:modified>
</cp:coreProperties>
</file>