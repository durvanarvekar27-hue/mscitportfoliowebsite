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27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78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47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85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98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1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08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84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66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08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3240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456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8890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541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987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90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C994D-F62E-427D-84AC-5E4A4732E5ED}" type="datetimeFigureOut">
              <a:rPr lang="en-IN" smtClean="0"/>
              <a:t>02-05-2026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F7E31A-3EDF-4D7D-BEE0-21EF49825B9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71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175479&amp;picture=save-water-poste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EA0050-B4E2-4C83-8B49-A0EBA282D903}"/>
              </a:ext>
            </a:extLst>
          </p:cNvPr>
          <p:cNvSpPr/>
          <p:nvPr/>
        </p:nvSpPr>
        <p:spPr>
          <a:xfrm rot="20492583" flipH="1">
            <a:off x="873252" y="1273774"/>
            <a:ext cx="7548111" cy="1461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dirty="0">
                <a:solidFill>
                  <a:schemeClr val="tx1"/>
                </a:solidFill>
                <a:latin typeface="Forte" panose="03060902040502070203" pitchFamily="66" charset="0"/>
              </a:rPr>
              <a:t>WELCOME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55A103-38D5-46F4-802F-D0A5B8B0B5B2}"/>
              </a:ext>
            </a:extLst>
          </p:cNvPr>
          <p:cNvSpPr/>
          <p:nvPr/>
        </p:nvSpPr>
        <p:spPr>
          <a:xfrm>
            <a:off x="911296" y="4606442"/>
            <a:ext cx="7180474" cy="1012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2"/>
                </a:solidFill>
              </a:rPr>
              <a:t>SAVE WATER SAVELIFE</a:t>
            </a:r>
          </a:p>
        </p:txBody>
      </p:sp>
    </p:spTree>
    <p:extLst>
      <p:ext uri="{BB962C8B-B14F-4D97-AF65-F5344CB8AC3E}">
        <p14:creationId xmlns:p14="http://schemas.microsoft.com/office/powerpoint/2010/main" val="50459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D701F3-12B8-4D17-9E88-5384DB050D37}"/>
              </a:ext>
            </a:extLst>
          </p:cNvPr>
          <p:cNvSpPr/>
          <p:nvPr/>
        </p:nvSpPr>
        <p:spPr>
          <a:xfrm>
            <a:off x="1524000" y="377685"/>
            <a:ext cx="7036904" cy="7156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FF6600"/>
                </a:solidFill>
              </a:rPr>
              <a:t>Pollution of water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1EA4E-FBBC-45DD-A67F-330F7C7A7A3B}"/>
              </a:ext>
            </a:extLst>
          </p:cNvPr>
          <p:cNvSpPr/>
          <p:nvPr/>
        </p:nvSpPr>
        <p:spPr>
          <a:xfrm>
            <a:off x="450573" y="1470993"/>
            <a:ext cx="3339548" cy="451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Pollution of water 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Safe water supply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Sanitation – open defecation 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Drainage 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Solid waste disposal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76D7EA-CDE1-4488-B16E-A970F50B933C}"/>
              </a:ext>
            </a:extLst>
          </p:cNvPr>
          <p:cNvSpPr/>
          <p:nvPr/>
        </p:nvSpPr>
        <p:spPr>
          <a:xfrm>
            <a:off x="5015947" y="1470993"/>
            <a:ext cx="4108174" cy="476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9E74F-1B01-4932-B33A-04D01DE08AEA}"/>
              </a:ext>
            </a:extLst>
          </p:cNvPr>
          <p:cNvSpPr txBox="1"/>
          <p:nvPr/>
        </p:nvSpPr>
        <p:spPr>
          <a:xfrm>
            <a:off x="4810539" y="2669085"/>
            <a:ext cx="375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Agriculture Pollution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B0872F-5853-4BE2-B4C0-59243A6AA708}"/>
              </a:ext>
            </a:extLst>
          </p:cNvPr>
          <p:cNvSpPr txBox="1"/>
          <p:nvPr/>
        </p:nvSpPr>
        <p:spPr>
          <a:xfrm flipH="1">
            <a:off x="4969565" y="3429000"/>
            <a:ext cx="3591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Pesticides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Fertilizers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 extraction of ground water </a:t>
            </a:r>
          </a:p>
        </p:txBody>
      </p:sp>
    </p:spTree>
    <p:extLst>
      <p:ext uri="{BB962C8B-B14F-4D97-AF65-F5344CB8AC3E}">
        <p14:creationId xmlns:p14="http://schemas.microsoft.com/office/powerpoint/2010/main" val="3935884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EF73-DBD2-4B26-A937-B6D0A17C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512E-9A0A-4C59-9B6B-3FA940111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H="1">
            <a:off x="791631" y="2160589"/>
            <a:ext cx="584770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don’t throw your household waste near drinking waste  sources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Clean your house and surroundings daily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Don’t cut down trees but grow more plants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See that the </a:t>
            </a:r>
            <a:r>
              <a:rPr lang="en-IN" sz="2400" dirty="0" err="1"/>
              <a:t>drans</a:t>
            </a:r>
            <a:r>
              <a:rPr lang="en-IN" sz="2400" dirty="0"/>
              <a:t> are not blocked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4142238-F5F7-4B4B-AE52-2F0E1BFC03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55" y="2160588"/>
            <a:ext cx="2767013" cy="2767013"/>
          </a:xfrm>
        </p:spPr>
      </p:pic>
    </p:spTree>
    <p:extLst>
      <p:ext uri="{BB962C8B-B14F-4D97-AF65-F5344CB8AC3E}">
        <p14:creationId xmlns:p14="http://schemas.microsoft.com/office/powerpoint/2010/main" val="211563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1444C3-3C2D-4F1E-A0CE-33AE5A683CBF}"/>
              </a:ext>
            </a:extLst>
          </p:cNvPr>
          <p:cNvSpPr txBox="1"/>
          <p:nvPr/>
        </p:nvSpPr>
        <p:spPr>
          <a:xfrm>
            <a:off x="1762539" y="1325217"/>
            <a:ext cx="7739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How con we  save water?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47CF6-A6CF-499F-AEAD-3B7301D36FE2}"/>
              </a:ext>
            </a:extLst>
          </p:cNvPr>
          <p:cNvSpPr txBox="1"/>
          <p:nvPr/>
        </p:nvSpPr>
        <p:spPr>
          <a:xfrm>
            <a:off x="1550504" y="2531165"/>
            <a:ext cx="69441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/>
              <a:t>Rain water harvesting 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 err="1"/>
              <a:t>Wateless</a:t>
            </a:r>
            <a:r>
              <a:rPr lang="en-IN" sz="3200" dirty="0"/>
              <a:t> car washes 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/>
              <a:t>High efficiency clothes washers 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/>
              <a:t>Garden – </a:t>
            </a:r>
            <a:r>
              <a:rPr lang="en-IN" sz="3200" dirty="0" err="1"/>
              <a:t>Hoze</a:t>
            </a:r>
            <a:r>
              <a:rPr lang="en-IN" sz="3200" dirty="0"/>
              <a:t> nozzles .</a:t>
            </a:r>
          </a:p>
        </p:txBody>
      </p:sp>
    </p:spTree>
    <p:extLst>
      <p:ext uri="{BB962C8B-B14F-4D97-AF65-F5344CB8AC3E}">
        <p14:creationId xmlns:p14="http://schemas.microsoft.com/office/powerpoint/2010/main" val="335777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E5EB-8C44-41A4-A420-9026284F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saving water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C6A6EC-35DE-4D28-B94E-59406D5EC3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2655" y="2223295"/>
            <a:ext cx="4660521" cy="2918547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F25EEFC-9B81-497A-B59C-077F34FC35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77947" y="2223295"/>
            <a:ext cx="3625205" cy="3064945"/>
          </a:xfrm>
        </p:spPr>
      </p:pic>
    </p:spTree>
    <p:extLst>
      <p:ext uri="{BB962C8B-B14F-4D97-AF65-F5344CB8AC3E}">
        <p14:creationId xmlns:p14="http://schemas.microsoft.com/office/powerpoint/2010/main" val="235501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89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Forte</vt:lpstr>
      <vt:lpstr>Trebuchet MS</vt:lpstr>
      <vt:lpstr>Wingdings</vt:lpstr>
      <vt:lpstr>Wingdings 3</vt:lpstr>
      <vt:lpstr>Facet</vt:lpstr>
      <vt:lpstr>PowerPoint Presentation</vt:lpstr>
      <vt:lpstr>PowerPoint Presentation</vt:lpstr>
      <vt:lpstr>Environment </vt:lpstr>
      <vt:lpstr>PowerPoint Presentation</vt:lpstr>
      <vt:lpstr>Methods of saving water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14</cp:revision>
  <dcterms:created xsi:type="dcterms:W3CDTF">2026-05-01T05:02:33Z</dcterms:created>
  <dcterms:modified xsi:type="dcterms:W3CDTF">2026-05-02T05:37:10Z</dcterms:modified>
</cp:coreProperties>
</file>