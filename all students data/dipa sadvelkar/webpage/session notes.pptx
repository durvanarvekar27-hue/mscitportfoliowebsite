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7" autoAdjust="0"/>
    <p:restoredTop sz="94660"/>
  </p:normalViewPr>
  <p:slideViewPr>
    <p:cSldViewPr snapToGrid="0">
      <p:cViewPr varScale="1">
        <p:scale>
          <a:sx n="67" d="100"/>
          <a:sy n="67" d="100"/>
        </p:scale>
        <p:origin x="822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8C4830-4E81-4040-B7EE-7AEBFDAE0CD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BF3DA75-FAAE-483E-AF58-C8A2E51E70F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9CF74B-7160-456E-BDC8-094FD79974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AAA119-03E0-435B-9B20-7C3CB09A89D9}" type="datetimeFigureOut">
              <a:rPr lang="en-IN" smtClean="0"/>
              <a:t>21/May/2026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ABCA6A-AC82-4A79-A2E9-72F48C81E4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9B50D5-5FA0-4CE7-8B17-41A4EFCE78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1C37AB-D16C-4331-9CB3-CB876999A3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612266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D09812-9AB9-4A67-8CF1-E7CE36B1C0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880F9F-F8E3-44E7-9471-4D46410CE3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E8EF8C-ECD1-406B-B580-DC379DC8F8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AAA119-03E0-435B-9B20-7C3CB09A89D9}" type="datetimeFigureOut">
              <a:rPr lang="en-IN" smtClean="0"/>
              <a:t>21/May/2026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F9FE9A-1322-463E-9C04-C0A2F88291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E222B2-D48B-4A18-9330-6F4A6C0832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1C37AB-D16C-4331-9CB3-CB876999A3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649619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A9F5E6-AEF9-4269-ACAA-8113619B6E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233568-5ED7-4407-AEAC-8BAE74C56F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D6892C-9678-486B-B0F3-C14EB08012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AAA119-03E0-435B-9B20-7C3CB09A89D9}" type="datetimeFigureOut">
              <a:rPr lang="en-IN" smtClean="0"/>
              <a:t>21/May/2026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30C0D2-CE15-46C8-ADE2-0E2185253A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EFDAEB-5B86-48BA-AC65-C2A390A499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1C37AB-D16C-4331-9CB3-CB876999A3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018671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4B91A0-4619-4D07-9DA8-8BD0F44A07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DF469A-D94A-429B-8F5D-C719471E583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9F14D10-9562-45C6-9BB4-1E0069EEA9D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FAB55F9-FD1A-42FF-88DB-73C2833464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AAA119-03E0-435B-9B20-7C3CB09A89D9}" type="datetimeFigureOut">
              <a:rPr lang="en-IN" smtClean="0"/>
              <a:t>21/May/2026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237917A-D66D-4AD9-BD9E-D9A2A34235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FDF3471-0946-4A87-B042-BC3A15BADF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1C37AB-D16C-4331-9CB3-CB876999A3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414392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AEB8B5-1CC9-4D99-BCCF-7D7C251DFB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33240E9-12A3-4EC0-91A4-F38E84E5FE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528F816-55FF-48CC-BE69-154ACC38CAE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4EE96E3-7037-41D7-9685-DCADF6AE9BC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3AEB9B6-EDA0-42BA-B2A0-7E7AE858AA9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885D641-C91D-45DC-A2C9-006CFD0A67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AAA119-03E0-435B-9B20-7C3CB09A89D9}" type="datetimeFigureOut">
              <a:rPr lang="en-IN" smtClean="0"/>
              <a:t>21/May/2026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98793B2-9E67-4827-9DB0-CAF1FB410E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006E33D-74E8-4353-B1FC-4681694308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1C37AB-D16C-4331-9CB3-CB876999A3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873676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C322D4-0FAB-4870-9523-C67283800D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E419716-EDCE-47FE-9553-E03648D1D4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AAA119-03E0-435B-9B20-7C3CB09A89D9}" type="datetimeFigureOut">
              <a:rPr lang="en-IN" smtClean="0"/>
              <a:t>21/May/2026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2D93F73-995A-4AE9-AF66-ABF00BC87F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94C1D53-FA1E-4405-A4C8-18A3F69D76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1C37AB-D16C-4331-9CB3-CB876999A3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625324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F5A7A13-E128-47D6-9E35-AAEEE313E1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AAA119-03E0-435B-9B20-7C3CB09A89D9}" type="datetimeFigureOut">
              <a:rPr lang="en-IN" smtClean="0"/>
              <a:t>21/May/2026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F41D5BB-DC12-4DA4-819E-2D5E40AE76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2A4E65D-4A95-4314-9F03-FAD395E1EF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1C37AB-D16C-4331-9CB3-CB876999A3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734418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18DB14-795F-4EF3-8584-76074F3E23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99C85C-F82F-4E8C-A80B-889B9BAECE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49BDAB5-F174-4E84-ACB6-CE652E82F1E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84C3D6D-8964-4A46-843F-744E51E13B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AAA119-03E0-435B-9B20-7C3CB09A89D9}" type="datetimeFigureOut">
              <a:rPr lang="en-IN" smtClean="0"/>
              <a:t>21/May/2026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3B112FC-E259-45EE-BC06-05152EE286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82A32AE-313C-4516-9D1E-636CBE7987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1C37AB-D16C-4331-9CB3-CB876999A3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385524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FF4077-EC8E-4FBE-8BF6-D4D54FDC05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DEFE358-69AF-4900-B660-18E4801004F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3A360AE-2927-4325-A9E3-F9AB406BBD1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C216F9B-7B82-427D-93D3-655DCBF25F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AAA119-03E0-435B-9B20-7C3CB09A89D9}" type="datetimeFigureOut">
              <a:rPr lang="en-IN" smtClean="0"/>
              <a:t>21/May/2026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D997B28-DA70-4BB6-9700-24979E2785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36D5EBF-E474-4AED-9026-4C399382AB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1C37AB-D16C-4331-9CB3-CB876999A3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819896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8DF04F-AB11-4D3D-BE6B-2539C5B95B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F5798F1-48DE-486C-BBE3-453C1ECE044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D481F5-BE9F-4001-BA03-41ADED1974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AAA119-03E0-435B-9B20-7C3CB09A89D9}" type="datetimeFigureOut">
              <a:rPr lang="en-IN" smtClean="0"/>
              <a:t>21/May/2026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7B8D80-B830-4D6C-A92C-89BB8214B8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D01D21-ADBC-4F68-8148-3D250F6C78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1C37AB-D16C-4331-9CB3-CB876999A3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225303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8C3F76A-AF61-4FE7-BCB5-E00E7A4E2B8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F39A981-877A-4D4F-9D0F-652C413AC75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16F482-0BE3-449A-9C29-4F3BAAFDE6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AAA119-03E0-435B-9B20-7C3CB09A89D9}" type="datetimeFigureOut">
              <a:rPr lang="en-IN" smtClean="0"/>
              <a:t>21/May/2026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224011-4C1F-4E2A-AE1F-DB1DDE3B90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891562-0A4B-480C-A55E-9961EF7A3F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1C37AB-D16C-4331-9CB3-CB876999A3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116791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3E387C6-6B7D-49E0-9B10-64C624EB33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770726-70F3-4C64-8159-8E7346C4FE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BA97B6-E597-4DF0-A623-788712EB105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AAA119-03E0-435B-9B20-7C3CB09A89D9}" type="datetimeFigureOut">
              <a:rPr lang="en-IN" smtClean="0"/>
              <a:t>21/May/2026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3B9CAE-DE90-493A-9F71-0BD101F4015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86A865-D0A4-4F37-BC14-4E6B0F2590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01C37AB-D16C-4331-9CB3-CB876999A3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118406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9F0383-EDF9-4BE6-8FAC-E2E910AF6F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835025"/>
          </a:xfrm>
        </p:spPr>
        <p:txBody>
          <a:bodyPr>
            <a:normAutofit fontScale="90000"/>
          </a:bodyPr>
          <a:lstStyle/>
          <a:p>
            <a:r>
              <a:rPr lang="en-US" sz="4500" dirty="0">
                <a:latin typeface="+mn-lt"/>
              </a:rPr>
              <a:t>SESSION #01 MS-CIT(BASIC COMPUTER,SMARTPHONE AND TYPING SKILL)</a:t>
            </a:r>
            <a:endParaRPr lang="en-IN" sz="4500" dirty="0">
              <a:latin typeface="+mn-lt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413196E-5552-4D36-B3A4-81F071A748D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1957389"/>
            <a:ext cx="9144000" cy="1885949"/>
          </a:xfrm>
        </p:spPr>
        <p:txBody>
          <a:bodyPr>
            <a:normAutofit/>
          </a:bodyPr>
          <a:lstStyle/>
          <a:p>
            <a:pPr marL="514350" indent="-514350" algn="l">
              <a:buFont typeface="+mj-lt"/>
              <a:buAutoNum type="romanLcPeriod"/>
            </a:pPr>
            <a:r>
              <a:rPr lang="en-US" dirty="0"/>
              <a:t>Basic of computer and their uses in daily life.</a:t>
            </a:r>
          </a:p>
          <a:p>
            <a:pPr marL="514350" indent="-514350" algn="l">
              <a:buFont typeface="+mj-lt"/>
              <a:buAutoNum type="romanLcPeriod"/>
            </a:pPr>
            <a:r>
              <a:rPr lang="en-US" dirty="0"/>
              <a:t>Difference between hardware and software.</a:t>
            </a:r>
          </a:p>
          <a:p>
            <a:pPr marL="514350" indent="-514350" algn="l">
              <a:buFont typeface="+mj-lt"/>
              <a:buAutoNum type="romanLcPeriod"/>
            </a:pPr>
            <a:r>
              <a:rPr lang="en-US" dirty="0"/>
              <a:t>Input and output device.</a:t>
            </a:r>
          </a:p>
          <a:p>
            <a:pPr marL="514350" indent="-514350" algn="l">
              <a:buFont typeface="+mj-lt"/>
              <a:buAutoNum type="romanLcPeriod"/>
            </a:pPr>
            <a:r>
              <a:rPr lang="en-US" dirty="0"/>
              <a:t>Importance of digital technology.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1BE5750-154C-4798-9441-484E282065BD}"/>
              </a:ext>
            </a:extLst>
          </p:cNvPr>
          <p:cNvSpPr txBox="1"/>
          <p:nvPr/>
        </p:nvSpPr>
        <p:spPr>
          <a:xfrm>
            <a:off x="914400" y="3843338"/>
            <a:ext cx="652938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AI TOOLS: </a:t>
            </a:r>
            <a:r>
              <a:rPr lang="en-US" dirty="0"/>
              <a:t>1] GOOGLE LENS = visual search &amp; text scanning</a:t>
            </a:r>
          </a:p>
          <a:p>
            <a:r>
              <a:rPr lang="en-US" dirty="0"/>
              <a:t>                   2] CHATGPT = ai </a:t>
            </a:r>
            <a:r>
              <a:rPr lang="en-US" dirty="0" err="1"/>
              <a:t>chatbox</a:t>
            </a:r>
            <a:r>
              <a:rPr lang="en-US" dirty="0"/>
              <a:t> &amp; learning assistant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262761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77372A-97A1-49FC-AE63-689DD4A3DE3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0"/>
            <a:ext cx="9144000" cy="2387600"/>
          </a:xfrm>
        </p:spPr>
        <p:txBody>
          <a:bodyPr>
            <a:normAutofit fontScale="90000"/>
          </a:bodyPr>
          <a:lstStyle/>
          <a:p>
            <a:r>
              <a:rPr lang="en-US" dirty="0"/>
              <a:t>SESSION #03 MS-CT (BASIC COMPUTER,SMARTPHONE AND TYPING SKILLS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720E611-28BD-4625-AEF9-C900C17F972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601119"/>
            <a:ext cx="9144000" cy="1655762"/>
          </a:xfrm>
        </p:spPr>
        <p:txBody>
          <a:bodyPr>
            <a:normAutofit lnSpcReduction="10000"/>
          </a:bodyPr>
          <a:lstStyle/>
          <a:p>
            <a:pPr marL="514350" indent="-514350" algn="l">
              <a:buFont typeface="+mj-lt"/>
              <a:buAutoNum type="romanLcPeriod"/>
            </a:pPr>
            <a:r>
              <a:rPr lang="en-US" dirty="0"/>
              <a:t>Meaning of data and information.</a:t>
            </a:r>
          </a:p>
          <a:p>
            <a:pPr marL="514350" indent="-514350" algn="l">
              <a:buFont typeface="+mj-lt"/>
              <a:buAutoNum type="romanLcPeriod"/>
            </a:pPr>
            <a:r>
              <a:rPr lang="en-US" dirty="0"/>
              <a:t>How computer process data.</a:t>
            </a:r>
          </a:p>
          <a:p>
            <a:pPr marL="514350" indent="-514350" algn="l">
              <a:buFont typeface="+mj-lt"/>
              <a:buAutoNum type="romanLcPeriod"/>
            </a:pPr>
            <a:r>
              <a:rPr lang="en-US" dirty="0"/>
              <a:t>Basics of operating system.</a:t>
            </a:r>
          </a:p>
          <a:p>
            <a:pPr marL="514350" indent="-514350" algn="l">
              <a:buFont typeface="+mj-lt"/>
              <a:buAutoNum type="romanLcPeriod"/>
            </a:pPr>
            <a:r>
              <a:rPr lang="en-US" dirty="0"/>
              <a:t>Introduction to booting and desktop element.</a:t>
            </a:r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64328B3-2305-44B3-832B-3C9F531395AF}"/>
              </a:ext>
            </a:extLst>
          </p:cNvPr>
          <p:cNvSpPr txBox="1"/>
          <p:nvPr/>
        </p:nvSpPr>
        <p:spPr>
          <a:xfrm>
            <a:off x="1533525" y="4470400"/>
            <a:ext cx="1003458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AI TOOLS: </a:t>
            </a:r>
            <a:r>
              <a:rPr lang="en-US" dirty="0"/>
              <a:t>1] GEMINI= AI </a:t>
            </a:r>
            <a:r>
              <a:rPr lang="en-US" dirty="0" err="1"/>
              <a:t>chatbox</a:t>
            </a:r>
            <a:r>
              <a:rPr lang="en-US" dirty="0"/>
              <a:t> &amp; smart assistant</a:t>
            </a:r>
          </a:p>
          <a:p>
            <a:r>
              <a:rPr lang="en-US" dirty="0"/>
              <a:t>                   2] HEDRA= AI video &amp; avatar creation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396770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C370D1-4FB8-441C-B427-9AFFBC0DCCD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57300" y="0"/>
            <a:ext cx="9144000" cy="2387600"/>
          </a:xfrm>
        </p:spPr>
        <p:txBody>
          <a:bodyPr>
            <a:normAutofit/>
          </a:bodyPr>
          <a:lstStyle/>
          <a:p>
            <a:r>
              <a:rPr lang="en-US" sz="4800" dirty="0"/>
              <a:t>   SESSION #03 MS-CIT(BASIC COMPUTER,SMART PHONE TYPING SKILL</a:t>
            </a:r>
            <a:endParaRPr lang="en-IN" sz="48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9EC8250-D41C-44E1-A051-EBC3D41A431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14437" y="2387600"/>
            <a:ext cx="9144000" cy="1827213"/>
          </a:xfrm>
        </p:spPr>
        <p:txBody>
          <a:bodyPr>
            <a:normAutofit/>
          </a:bodyPr>
          <a:lstStyle/>
          <a:p>
            <a:pPr marL="514350" indent="-514350" algn="l">
              <a:buFont typeface="+mj-lt"/>
              <a:buAutoNum type="romanLcPeriod"/>
            </a:pPr>
            <a:r>
              <a:rPr lang="en-US" dirty="0"/>
              <a:t>Windows interface and desktop settings.</a:t>
            </a:r>
          </a:p>
          <a:p>
            <a:pPr marL="514350" indent="-514350" algn="l">
              <a:buFont typeface="+mj-lt"/>
              <a:buAutoNum type="romanLcPeriod"/>
            </a:pPr>
            <a:r>
              <a:rPr lang="en-US" dirty="0"/>
              <a:t>Changing wallpapers and screen savers.</a:t>
            </a:r>
          </a:p>
          <a:p>
            <a:pPr marL="514350" indent="-514350" algn="l">
              <a:buFont typeface="+mj-lt"/>
              <a:buAutoNum type="romanLcPeriod"/>
            </a:pPr>
            <a:r>
              <a:rPr lang="en-US" dirty="0"/>
              <a:t>Using file option like save and edit.</a:t>
            </a:r>
          </a:p>
          <a:p>
            <a:pPr marL="514350" indent="-514350" algn="l">
              <a:buFont typeface="+mj-lt"/>
              <a:buAutoNum type="romanLcPeriod"/>
            </a:pPr>
            <a:r>
              <a:rPr lang="en-US" dirty="0"/>
              <a:t>Understanding utility software.</a:t>
            </a:r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3CB339F-260D-4AC7-AA6C-FBE4C4E25ECC}"/>
              </a:ext>
            </a:extLst>
          </p:cNvPr>
          <p:cNvSpPr txBox="1"/>
          <p:nvPr/>
        </p:nvSpPr>
        <p:spPr>
          <a:xfrm>
            <a:off x="1214437" y="4452034"/>
            <a:ext cx="81153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AI TOOLS: </a:t>
            </a:r>
            <a:r>
              <a:rPr lang="en-US" dirty="0"/>
              <a:t>1]RUNWAY ML = AI video editing &amp; generation.</a:t>
            </a:r>
          </a:p>
          <a:p>
            <a:r>
              <a:rPr lang="en-US" dirty="0"/>
              <a:t>                   2] GEMINI = AI help for </a:t>
            </a:r>
            <a:r>
              <a:rPr lang="en-US" dirty="0" err="1"/>
              <a:t>docs,Gmail</a:t>
            </a:r>
            <a:r>
              <a:rPr lang="en-US" dirty="0"/>
              <a:t> &amp; slides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334034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27EB62-26F4-4DD2-BAF5-66FC8D48EAE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SESSION #04 MS-CIT(BASIC COMPUTER,SMART PHONE TYPING SKILL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10FC2D2-F5D4-449A-B6F0-CBCAB2DC034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pPr marL="514350" indent="-514350" algn="l">
              <a:buFont typeface="+mj-lt"/>
              <a:buAutoNum type="romanLcPeriod"/>
            </a:pPr>
            <a:r>
              <a:rPr lang="en-US" dirty="0"/>
              <a:t>Creating, renaming, copying, and deleting files.</a:t>
            </a:r>
          </a:p>
          <a:p>
            <a:pPr marL="514350" indent="-514350" algn="l">
              <a:buFont typeface="+mj-lt"/>
              <a:buAutoNum type="romanLcPeriod"/>
            </a:pPr>
            <a:r>
              <a:rPr lang="en-US" dirty="0"/>
              <a:t>Managing folders in windows.</a:t>
            </a:r>
          </a:p>
          <a:p>
            <a:pPr marL="514350" indent="-514350" algn="l">
              <a:buFont typeface="+mj-lt"/>
              <a:buAutoNum type="romanLcPeriod"/>
            </a:pPr>
            <a:r>
              <a:rPr lang="en-US" dirty="0"/>
              <a:t>Using windows explorer.</a:t>
            </a:r>
          </a:p>
          <a:p>
            <a:pPr marL="514350" indent="-514350" algn="l">
              <a:buFont typeface="+mj-lt"/>
              <a:buAutoNum type="romanLcPeriod"/>
            </a:pPr>
            <a:r>
              <a:rPr lang="en-US" dirty="0"/>
              <a:t>Understanding </a:t>
            </a:r>
            <a:r>
              <a:rPr lang="en-US" dirty="0" err="1"/>
              <a:t>flie</a:t>
            </a:r>
            <a:r>
              <a:rPr lang="en-US" dirty="0"/>
              <a:t> extension.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E744108-92E3-4194-8551-D09C9B3638CF}"/>
              </a:ext>
            </a:extLst>
          </p:cNvPr>
          <p:cNvSpPr txBox="1"/>
          <p:nvPr/>
        </p:nvSpPr>
        <p:spPr>
          <a:xfrm>
            <a:off x="1071563" y="5514975"/>
            <a:ext cx="820102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AI TOOLS: </a:t>
            </a:r>
            <a:r>
              <a:rPr lang="en-US" dirty="0"/>
              <a:t>1] SUNO  AI = AI music &amp; song creation</a:t>
            </a:r>
          </a:p>
          <a:p>
            <a:r>
              <a:rPr lang="en-US" dirty="0"/>
              <a:t>                   2] MERLIN AI = AI research &amp; writing assistant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640754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65</TotalTime>
  <Words>242</Words>
  <Application>Microsoft Office PowerPoint</Application>
  <PresentationFormat>Widescreen</PresentationFormat>
  <Paragraphs>28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Office Theme</vt:lpstr>
      <vt:lpstr>SESSION #01 MS-CIT(BASIC COMPUTER,SMARTPHONE AND TYPING SKILL)</vt:lpstr>
      <vt:lpstr>SESSION #03 MS-CT (BASIC COMPUTER,SMARTPHONE AND TYPING SKILLS</vt:lpstr>
      <vt:lpstr>   SESSION #03 MS-CIT(BASIC COMPUTER,SMART PHONE TYPING SKILL</vt:lpstr>
      <vt:lpstr>SESSION #04 MS-CIT(BASIC COMPUTER,SMART PHONE TYPING SKILL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SESSION #01 MS-CIT(BASIC COMPUTER,SMARTPHONE AND TYPING SKILL)</dc:title>
  <dc:creator>Administrator</dc:creator>
  <cp:lastModifiedBy>Administrator</cp:lastModifiedBy>
  <cp:revision>10</cp:revision>
  <dcterms:created xsi:type="dcterms:W3CDTF">2026-05-21T05:21:33Z</dcterms:created>
  <dcterms:modified xsi:type="dcterms:W3CDTF">2026-05-21T06:27:14Z</dcterms:modified>
</cp:coreProperties>
</file>