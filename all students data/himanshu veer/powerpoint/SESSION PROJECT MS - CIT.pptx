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29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14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53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50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78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6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67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63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26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5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551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9989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297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34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42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82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489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13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E3DAA81-7825-47E7-9463-E11E68B4D2C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8B9ED32-ECF9-465B-BA04-D06AC1CB4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62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6EEE-AFD8-41E5-A060-82C070CC1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191" y="-530087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Session 01 MS-CIT </a:t>
            </a:r>
            <a:r>
              <a:rPr lang="en-IN" sz="4400" dirty="0"/>
              <a:t>(</a:t>
            </a:r>
            <a:r>
              <a:rPr lang="en-IN" sz="4400" b="1" dirty="0"/>
              <a:t>Basic Computer , Smartphone and typing Skills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A9D03-3B14-4AB4-85CE-5D1C3FA58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57" y="2157551"/>
            <a:ext cx="9144000" cy="4123979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MS-CIT course 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Basic computer and smartphone skill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AI Tools- 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Google lens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tx1"/>
                </a:solidFill>
              </a:rPr>
              <a:t>Chatgpt</a:t>
            </a:r>
            <a:r>
              <a:rPr lang="en-IN" b="1" dirty="0">
                <a:solidFill>
                  <a:schemeClr val="tx1"/>
                </a:solidFill>
              </a:rPr>
              <a:t> –AI tool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Typing skill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MS Office  Skills (Windows)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How to access MS-CIT </a:t>
            </a:r>
            <a:r>
              <a:rPr lang="en-IN" b="1" dirty="0" err="1">
                <a:solidFill>
                  <a:schemeClr val="tx1"/>
                </a:solidFill>
              </a:rPr>
              <a:t>Ebook</a:t>
            </a:r>
            <a:r>
              <a:rPr lang="en-IN" b="1" dirty="0">
                <a:solidFill>
                  <a:schemeClr val="tx1"/>
                </a:solidFill>
              </a:rPr>
              <a:t>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What is session completion test?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12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B148-5712-4A76-BFB3-31F2A666F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454646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Session 02 MS-CIT </a:t>
            </a:r>
            <a:r>
              <a:rPr lang="en-IN" sz="4000" dirty="0"/>
              <a:t>(</a:t>
            </a:r>
            <a:r>
              <a:rPr lang="en-IN" sz="4000" b="1" dirty="0"/>
              <a:t>Basic Computer , Smartphone and typing Skills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CCA21-B540-4E55-9494-94C0BD18B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304" y="2144298"/>
            <a:ext cx="11065566" cy="4713701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Basic Computer and smartphone skills( using touch –screen efficiently, setting up and managing contacts, buying good internet plans for smartphone)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Computer /laptop </a:t>
            </a:r>
            <a:r>
              <a:rPr lang="en-IN" sz="2800" dirty="0" err="1">
                <a:solidFill>
                  <a:schemeClr val="tx1"/>
                </a:solidFill>
              </a:rPr>
              <a:t>Accessiores</a:t>
            </a:r>
            <a:endParaRPr lang="en-IN" sz="2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AI: Gemini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AI : </a:t>
            </a:r>
            <a:r>
              <a:rPr lang="en-IN" sz="2800" dirty="0" err="1">
                <a:solidFill>
                  <a:schemeClr val="tx1"/>
                </a:solidFill>
              </a:rPr>
              <a:t>Hedra</a:t>
            </a:r>
            <a:endParaRPr lang="en-IN" sz="2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Ai: Google flow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Smart typing skills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MS office skills( creating folders and libraries, exploring views etc.)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24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1D9F-C66A-4934-8A2D-F596A59F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Session 03 MS-CIT </a:t>
            </a:r>
            <a:r>
              <a:rPr lang="en-IN" dirty="0"/>
              <a:t>(</a:t>
            </a:r>
            <a:r>
              <a:rPr lang="en-IN" b="1" dirty="0"/>
              <a:t>Basic Computer , Smartphone and typing Skills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135E7A-9DAD-49BE-9332-5B353FEFA8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940" y="1568450"/>
            <a:ext cx="702468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Basic Computer and Smartphone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Various Types of Micro Computers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Motherboard of a Computer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Microprocessor Chips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Paint Application for Simple Drawings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Personalizing Desktop Settings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Data and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Basics of Internet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Resetting Email Password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Typing Skills Introduction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Runway ML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an Email Account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Gemini for Workspace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 Office Skills (Windows Basics)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D215A1-F80A-4E8E-9872-410DB3856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4058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16113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9359-A788-45FD-8939-1A0FB5F73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534159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Session 04 MS-CIT </a:t>
            </a:r>
            <a:r>
              <a:rPr lang="en-IN" sz="4400" dirty="0"/>
              <a:t>(</a:t>
            </a:r>
            <a:r>
              <a:rPr lang="en-IN" sz="4400" b="1" dirty="0"/>
              <a:t>Basic Computer , Smartphone and typing Skills </a:t>
            </a:r>
            <a:endParaRPr lang="en-IN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197FF1-6027-453C-AC53-6B8A9C679C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38430" y="2042926"/>
            <a:ext cx="811792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the Session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Computer and Smartphone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Merlin 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Leonardo 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Typing Skills Practice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 Office Skills (Windows) </a:t>
            </a:r>
          </a:p>
        </p:txBody>
      </p:sp>
    </p:spTree>
    <p:extLst>
      <p:ext uri="{BB962C8B-B14F-4D97-AF65-F5344CB8AC3E}">
        <p14:creationId xmlns:p14="http://schemas.microsoft.com/office/powerpoint/2010/main" val="2413055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9FEF-60E7-46A4-BCB9-F5BE8E66D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600420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lgerian" panose="04020705040A02060702" pitchFamily="82" charset="0"/>
              </a:rPr>
              <a:t>Session 05 MS-CIT </a:t>
            </a:r>
            <a:r>
              <a:rPr lang="en-IN" sz="4400" dirty="0"/>
              <a:t>(</a:t>
            </a:r>
            <a:r>
              <a:rPr lang="en-IN" sz="4400" b="1" dirty="0"/>
              <a:t>Basic Computer , Smartphone and typing Skills </a:t>
            </a:r>
            <a:endParaRPr lang="en-IN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72AB99-D6F9-4528-825D-8345C1DBC4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2609" y="2047195"/>
            <a:ext cx="87255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the Session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of the learning objectives and activities for Session 05.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Computer and Smartphone Skills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essential computer operations and smartphone usage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Napkin AI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how AI tools help in creating visual ideas, notes, and presentations easily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Kapwing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Exploring AI-powered video editing and multimedia content creation.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Partnering with AI –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Pictory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AI to convert text into engaging videos and digital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Typing Skills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typing speed, accuracy, and keyboard handling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 Office Skills (Windows)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Practicing basic Microsoft Office operations and Windows features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40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23A0C-1C78-44E8-864A-7FBB23D7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Session 06 MS-CIT</a:t>
            </a:r>
            <a:r>
              <a:rPr lang="en-IN" dirty="0"/>
              <a:t>(</a:t>
            </a:r>
            <a:r>
              <a:rPr lang="en-IN" dirty="0" err="1"/>
              <a:t>DigItal</a:t>
            </a:r>
            <a:r>
              <a:rPr lang="en-IN" dirty="0"/>
              <a:t> skills for daily life and AI TOOLS)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95F5C-1577-4676-9D26-14419F007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2" y="203765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3600" b="1" dirty="0"/>
              <a:t>Smart Digital Skills for Everyday Use </a:t>
            </a:r>
          </a:p>
          <a:p>
            <a:r>
              <a:rPr lang="en-US" sz="3600" b="1" dirty="0"/>
              <a:t>Introduction to Modern AI Tools </a:t>
            </a:r>
          </a:p>
          <a:p>
            <a:r>
              <a:rPr lang="en-US" sz="3600" b="1" dirty="0"/>
              <a:t>Safe &amp; Effective Technology Usage </a:t>
            </a:r>
          </a:p>
          <a:p>
            <a:r>
              <a:rPr lang="en-US" sz="3600" b="1" dirty="0"/>
              <a:t>AI Applications in Daily Life </a:t>
            </a:r>
          </a:p>
          <a:p>
            <a:r>
              <a:rPr lang="en-US" sz="3600" b="1" dirty="0"/>
              <a:t>Practical Learning Activities </a:t>
            </a:r>
          </a:p>
          <a:p>
            <a:r>
              <a:rPr lang="en-US" sz="3600" b="1" dirty="0"/>
              <a:t>To empower learners with digital confidence and AI-powered skills for the future</a:t>
            </a:r>
            <a:r>
              <a:rPr lang="en-US" b="1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440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3331-C8CA-4EF9-A6F4-858FB166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306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Session 07 MS-CIT- </a:t>
            </a:r>
            <a:r>
              <a:rPr lang="en-IN" dirty="0"/>
              <a:t>MS Office Skill AND MS Word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B6954C6-A23A-4FCB-8941-A32A7F24D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2425" y="1477213"/>
            <a:ext cx="929613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Microsoft Word &amp; Its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Smart &amp; Professional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Text Formatting &amp; Styling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with Tables, Images &amp; Graphics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Setup, Layout &amp; Document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Editing Techniques &amp; Productivity Tools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Reports, Letters &amp; Office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Templates &amp; Smart Office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Communication Through Professional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Hands-on Learning with MS Word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AI – QUILLBOT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- DEEPSEEK </a:t>
            </a:r>
          </a:p>
        </p:txBody>
      </p:sp>
    </p:spTree>
    <p:extLst>
      <p:ext uri="{BB962C8B-B14F-4D97-AF65-F5344CB8AC3E}">
        <p14:creationId xmlns:p14="http://schemas.microsoft.com/office/powerpoint/2010/main" val="3460826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CCED-8158-4A6F-9544-1FBD90269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622852"/>
            <a:ext cx="9144000" cy="238760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Session 08 MS-CIT- </a:t>
            </a:r>
            <a:r>
              <a:rPr lang="en-IN" sz="4800" dirty="0"/>
              <a:t>MS Office Skill AND MS Word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9F7550-AA86-467C-9E14-8D99C81DB0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0847" y="1518527"/>
            <a:ext cx="929613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MS Word and its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the MS Word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Creating, editing, and formatting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fonts, styles, and paragraph formatting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Inserting tables, images, and shapes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 page layout and design options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Saving, printing, and sharing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Improving productivity with MS Word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b="1" dirty="0">
                <a:solidFill>
                  <a:schemeClr val="tx1"/>
                </a:solidFill>
                <a:latin typeface="Arial" panose="020B0604020202020204" pitchFamily="34" charset="0"/>
              </a:rPr>
              <a:t>AI – FREEPIK ,AI - GMAIL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3098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9C49-8313-41DD-ADEA-FD04DD2C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8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lgerian" panose="04020705040A02060702" pitchFamily="82" charset="0"/>
              </a:rPr>
              <a:t>Session 09 MS-CIT- </a:t>
            </a:r>
            <a:r>
              <a:rPr lang="en-IN" sz="4000" dirty="0"/>
              <a:t>MS Office Skill AND MS Word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7B146E-ECF7-4C71-B3F3-78587A976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266" y="1661763"/>
            <a:ext cx="1086346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concept and purpose of coupons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different types of coupons used in business and marketing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the standard format and size of a professional coupon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tools and features required to design coupons in MS Word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how and where coupons can be printed effectively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step-by-step guidance to create an attractive coupon in MS Word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formatting, shapes, text styles, and design elements creatively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practical skills through hands-on activities and exercises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AI – PEXELS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- IRCTC</a:t>
            </a:r>
          </a:p>
        </p:txBody>
      </p:sp>
    </p:spTree>
    <p:extLst>
      <p:ext uri="{BB962C8B-B14F-4D97-AF65-F5344CB8AC3E}">
        <p14:creationId xmlns:p14="http://schemas.microsoft.com/office/powerpoint/2010/main" val="425600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DE29-9C75-4805-8543-60BE6348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Session 10 MS-CIT- </a:t>
            </a:r>
            <a:r>
              <a:rPr lang="en-IN" dirty="0"/>
              <a:t>MS Office Skill AND MS Word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650A99-074B-427F-B90B-E2EEAEE9B0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604" y="1316050"/>
            <a:ext cx="11486322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how to use the Reference Tab in MS Word for citations, table of contents, and document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AI-powered tools to improve creativity and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importance of 21st century office skills in the digital workplace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 Grammarly for grammar correction, writing improvement, and professional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about Ideogram AI for generating creative text-based images and design ideas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features of Insta3D AI for creating engaging 3D visuals and presentations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workplace efficiency using smart digital and AI tools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communication, collaboration, and presentation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creativity, problem-solving, and digital literacy </a:t>
            </a:r>
          </a:p>
        </p:txBody>
      </p:sp>
    </p:spTree>
    <p:extLst>
      <p:ext uri="{BB962C8B-B14F-4D97-AF65-F5344CB8AC3E}">
        <p14:creationId xmlns:p14="http://schemas.microsoft.com/office/powerpoint/2010/main" val="1679105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7A7DB39-99B7-4149-8034-A1EDBAD56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Session 11 MS-CIT- </a:t>
            </a:r>
            <a:r>
              <a:rPr lang="en-IN" dirty="0"/>
              <a:t>MS Office Skill AND MS Word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95847EE-6C5F-4ECA-AFCA-3827E50744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77582"/>
            <a:ext cx="11226421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purpose and importance of the Mailings Tab in MS Word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how to use the Create Group for envelopes and labels creation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the Write &amp; Insert Fields Group for adding recipient details and personalized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Start Mail Merge Group to create bulk letters, emails, and documents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use the Preview Results Group for checking merged documents before final output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the Finish Group to complete and print merged documents successfully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document automation and professional communication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practical applications of Mail Merge in offices and businesses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efficiency in handling bulk communication tasks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AI – GOGGLE DRIVE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- DUOLINGO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76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3AB1-9E51-433F-BB1F-4CC378C4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496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12 MS-CIT- </a:t>
            </a:r>
            <a:r>
              <a:rPr lang="en-IN" sz="3600" dirty="0"/>
              <a:t>MS Office Skill AND MS Word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25B7164-5C6C-4BEF-893D-65AC6CDAD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1" y="1030494"/>
            <a:ext cx="10515600" cy="4351338"/>
          </a:xfrm>
        </p:spPr>
        <p:txBody>
          <a:bodyPr>
            <a:noAutofit/>
          </a:bodyPr>
          <a:lstStyle/>
          <a:p>
            <a:r>
              <a:rPr lang="en-IN" b="1" dirty="0"/>
              <a:t>Review tab</a:t>
            </a:r>
          </a:p>
          <a:p>
            <a:r>
              <a:rPr lang="en-IN" b="1" dirty="0"/>
              <a:t>Proofing group</a:t>
            </a:r>
          </a:p>
          <a:p>
            <a:r>
              <a:rPr lang="en-IN" b="1" dirty="0"/>
              <a:t>Spelling group</a:t>
            </a:r>
          </a:p>
          <a:p>
            <a:r>
              <a:rPr lang="en-IN" b="1" dirty="0"/>
              <a:t>Languages group</a:t>
            </a:r>
          </a:p>
          <a:p>
            <a:r>
              <a:rPr lang="en-IN" b="1" dirty="0"/>
              <a:t>Comment group</a:t>
            </a:r>
          </a:p>
          <a:p>
            <a:r>
              <a:rPr lang="en-IN" b="1" dirty="0"/>
              <a:t>Accessibility group</a:t>
            </a:r>
          </a:p>
          <a:p>
            <a:r>
              <a:rPr lang="en-IN" b="1" dirty="0"/>
              <a:t>Tracking group</a:t>
            </a:r>
          </a:p>
          <a:p>
            <a:r>
              <a:rPr lang="en-IN" b="1" dirty="0"/>
              <a:t>Change group</a:t>
            </a:r>
          </a:p>
          <a:p>
            <a:r>
              <a:rPr lang="en-IN" b="1" dirty="0"/>
              <a:t>Comments group</a:t>
            </a:r>
          </a:p>
          <a:p>
            <a:r>
              <a:rPr lang="en-IN" b="1" dirty="0"/>
              <a:t>AI – NAUKRI</a:t>
            </a:r>
          </a:p>
          <a:p>
            <a:r>
              <a:rPr lang="en-IN" b="1" dirty="0"/>
              <a:t>AI – CANVA</a:t>
            </a:r>
            <a:r>
              <a:rPr lang="en-IN" dirty="0"/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A8D15B-D8FE-41A9-ADBD-94228FF84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92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F43A-B5FB-4EF3-A592-0740C633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78" y="-39756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13 MS-CIT- </a:t>
            </a:r>
            <a:r>
              <a:rPr lang="en-IN" sz="3600" dirty="0"/>
              <a:t>MS Office Skill AND MS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4125-52B9-4589-83E8-15280E40C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78" y="636103"/>
            <a:ext cx="11208025" cy="641405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View Tab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Used to document appears on screen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Helps in reading, editing change how the, and organizing documents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Used to document appears on screen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Helps in reading, editing change how the, and organizing documents </a:t>
            </a:r>
          </a:p>
          <a:p>
            <a:r>
              <a:rPr lang="en-US" b="1" dirty="0"/>
              <a:t>Zoom Options</a:t>
            </a:r>
          </a:p>
          <a:p>
            <a:r>
              <a:rPr lang="en-US" dirty="0"/>
              <a:t>Zoom In / Zoom Out </a:t>
            </a:r>
          </a:p>
          <a:p>
            <a:r>
              <a:rPr lang="en-US" dirty="0"/>
              <a:t>100% View </a:t>
            </a:r>
          </a:p>
          <a:p>
            <a:r>
              <a:rPr lang="en-US" dirty="0"/>
              <a:t>One Page </a:t>
            </a:r>
          </a:p>
          <a:p>
            <a:r>
              <a:rPr lang="en-US" dirty="0"/>
              <a:t>Multiple Pages </a:t>
            </a:r>
          </a:p>
          <a:p>
            <a:r>
              <a:rPr lang="en-US" dirty="0"/>
              <a:t>Page Width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Improves readability </a:t>
            </a:r>
          </a:p>
          <a:p>
            <a:r>
              <a:rPr lang="en-US" dirty="0"/>
              <a:t>Helps while editing large documents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AI – LINKEDIN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AI - TODOIST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288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6A1A0-36AD-45A5-A3F0-E5C3C5B7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122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14 MS-CIT- </a:t>
            </a:r>
            <a:r>
              <a:rPr lang="en-IN" sz="3600" dirty="0"/>
              <a:t>MS Office Skill AND MS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936E-B624-4237-984E-BADFCC646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08" y="818458"/>
            <a:ext cx="10515600" cy="6039541"/>
          </a:xfrm>
        </p:spPr>
        <p:txBody>
          <a:bodyPr>
            <a:normAutofit fontScale="85000" lnSpcReduction="20000"/>
          </a:bodyPr>
          <a:lstStyle/>
          <a:p>
            <a:r>
              <a:rPr lang="en-IN" sz="3600" b="1" dirty="0"/>
              <a:t>Important Office Skills</a:t>
            </a:r>
          </a:p>
          <a:p>
            <a:r>
              <a:rPr lang="en-IN" sz="3600" b="1" dirty="0"/>
              <a:t>Communication skills </a:t>
            </a:r>
          </a:p>
          <a:p>
            <a:r>
              <a:rPr lang="en-IN" sz="3600" b="1" dirty="0"/>
              <a:t>Document formatting </a:t>
            </a:r>
          </a:p>
          <a:p>
            <a:r>
              <a:rPr lang="en-IN" sz="3600" b="1" dirty="0"/>
              <a:t>Digital collaboration </a:t>
            </a:r>
          </a:p>
          <a:p>
            <a:r>
              <a:rPr lang="en-IN" sz="3600" b="1" dirty="0"/>
              <a:t>Creative designing </a:t>
            </a:r>
          </a:p>
          <a:p>
            <a:r>
              <a:rPr lang="en-IN" sz="3600" b="1" dirty="0"/>
              <a:t>Professional presentation </a:t>
            </a:r>
          </a:p>
          <a:p>
            <a:r>
              <a:rPr lang="en-IN" sz="3600" b="1" dirty="0"/>
              <a:t>Certificate Design in MS Word</a:t>
            </a:r>
          </a:p>
          <a:p>
            <a:r>
              <a:rPr lang="en-IN" sz="3600" b="1" dirty="0"/>
              <a:t>Flyer Design Features</a:t>
            </a:r>
          </a:p>
          <a:p>
            <a:r>
              <a:rPr lang="en-IN" sz="3600" b="1" dirty="0"/>
              <a:t>AI – HEALTHIFY</a:t>
            </a:r>
          </a:p>
          <a:p>
            <a:r>
              <a:rPr lang="en-IN" sz="3600" b="1" dirty="0"/>
              <a:t>AI - EARTHERO</a:t>
            </a:r>
          </a:p>
        </p:txBody>
      </p:sp>
    </p:spTree>
    <p:extLst>
      <p:ext uri="{BB962C8B-B14F-4D97-AF65-F5344CB8AC3E}">
        <p14:creationId xmlns:p14="http://schemas.microsoft.com/office/powerpoint/2010/main" val="1036093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72E8-80FD-4CAA-8C46-D72CBF86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974" y="-28423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15 MS-CIT- </a:t>
            </a:r>
            <a:r>
              <a:rPr lang="en-IN" sz="3600" dirty="0"/>
              <a:t>MS Office Skill AND MS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C363E-8BF4-4789-8A7B-3DCEB1965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53" y="1041332"/>
            <a:ext cx="10515600" cy="581666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21st Century Office Skills</a:t>
            </a:r>
          </a:p>
          <a:p>
            <a:r>
              <a:rPr lang="en-US" b="1" dirty="0"/>
              <a:t>Modern Office Skills</a:t>
            </a:r>
          </a:p>
          <a:p>
            <a:r>
              <a:rPr lang="en-US" b="1" dirty="0"/>
              <a:t>Digital communication </a:t>
            </a:r>
          </a:p>
          <a:p>
            <a:r>
              <a:rPr lang="en-US" b="1" dirty="0"/>
              <a:t>Creative document design</a:t>
            </a:r>
          </a:p>
          <a:p>
            <a:r>
              <a:rPr lang="en-US" b="1" dirty="0"/>
              <a:t>Designing a Creative Invitation Card</a:t>
            </a:r>
          </a:p>
          <a:p>
            <a:r>
              <a:rPr lang="en-US" b="1" dirty="0"/>
              <a:t>Invitation Card Creation</a:t>
            </a:r>
          </a:p>
          <a:p>
            <a:r>
              <a:rPr lang="en-US" b="1" dirty="0"/>
              <a:t>Use attractive templates </a:t>
            </a:r>
          </a:p>
          <a:p>
            <a:r>
              <a:rPr lang="en-US" b="1" dirty="0"/>
              <a:t>Insert images and shapes </a:t>
            </a:r>
          </a:p>
          <a:p>
            <a:r>
              <a:rPr lang="en-US" b="1" dirty="0"/>
              <a:t>Apply colors and text effects </a:t>
            </a:r>
          </a:p>
          <a:p>
            <a:r>
              <a:rPr lang="en-US" b="1" dirty="0"/>
              <a:t>Add event details creatively</a:t>
            </a:r>
          </a:p>
          <a:p>
            <a:r>
              <a:rPr lang="en-IN" b="1" dirty="0"/>
              <a:t>AI – HOMEWORKOUT </a:t>
            </a:r>
          </a:p>
          <a:p>
            <a:r>
              <a:rPr lang="en-IN" b="1" dirty="0"/>
              <a:t>AI – TYPINGBOLT</a:t>
            </a:r>
          </a:p>
          <a:p>
            <a:r>
              <a:rPr lang="en-IN" b="1" dirty="0"/>
              <a:t>MASTERING EFFICIENT TAKING NOTES</a:t>
            </a:r>
          </a:p>
        </p:txBody>
      </p:sp>
    </p:spTree>
    <p:extLst>
      <p:ext uri="{BB962C8B-B14F-4D97-AF65-F5344CB8AC3E}">
        <p14:creationId xmlns:p14="http://schemas.microsoft.com/office/powerpoint/2010/main" val="3959515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9E4-6DCB-49A5-96C6-13E8D377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724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16 MS-CIT- </a:t>
            </a:r>
            <a:r>
              <a:rPr lang="en-IN" sz="3600" dirty="0"/>
              <a:t>MS Office Skill AND MS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38DFD-3DA1-416D-86B9-EF8E72DA3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818460"/>
            <a:ext cx="10515600" cy="5887140"/>
          </a:xfrm>
        </p:spPr>
        <p:txBody>
          <a:bodyPr>
            <a:normAutofit fontScale="62500" lnSpcReduction="20000"/>
          </a:bodyPr>
          <a:lstStyle/>
          <a:p>
            <a:r>
              <a:rPr lang="en-US" sz="1800" b="1" dirty="0"/>
              <a:t>Important Office Skills</a:t>
            </a:r>
          </a:p>
          <a:p>
            <a:r>
              <a:rPr lang="en-US" sz="1800" b="1" dirty="0"/>
              <a:t>Digital creativity </a:t>
            </a:r>
          </a:p>
          <a:p>
            <a:r>
              <a:rPr lang="en-US" sz="1800" b="1" dirty="0"/>
              <a:t>Communication and planning </a:t>
            </a:r>
          </a:p>
          <a:p>
            <a:r>
              <a:rPr lang="en-US" sz="1800" b="1" dirty="0"/>
              <a:t>Smart document creation</a:t>
            </a:r>
          </a:p>
          <a:p>
            <a:r>
              <a:rPr lang="en-US" sz="1800" b="1" dirty="0"/>
              <a:t>Travel Itinerary in MS Word</a:t>
            </a:r>
          </a:p>
          <a:p>
            <a:r>
              <a:rPr lang="en-US" sz="1800" b="1" dirty="0"/>
              <a:t>Organize travel plans clearly </a:t>
            </a:r>
          </a:p>
          <a:p>
            <a:r>
              <a:rPr lang="en-US" sz="1800" b="1" dirty="0"/>
              <a:t>Include: </a:t>
            </a:r>
          </a:p>
          <a:p>
            <a:pPr lvl="1"/>
            <a:r>
              <a:rPr lang="en-US" sz="1600" b="1" dirty="0"/>
              <a:t>Dates </a:t>
            </a:r>
          </a:p>
          <a:p>
            <a:pPr lvl="1"/>
            <a:r>
              <a:rPr lang="en-US" sz="1600" b="1" dirty="0"/>
              <a:t>Destinations </a:t>
            </a:r>
          </a:p>
          <a:p>
            <a:pPr lvl="1"/>
            <a:r>
              <a:rPr lang="en-US" sz="1600" b="1" dirty="0"/>
              <a:t>Timings </a:t>
            </a:r>
          </a:p>
          <a:p>
            <a:pPr lvl="1"/>
            <a:r>
              <a:rPr lang="en-US" sz="1600" b="1" dirty="0"/>
              <a:t>Budget details</a:t>
            </a:r>
          </a:p>
          <a:p>
            <a:r>
              <a:rPr lang="en-US" sz="1800" b="1" dirty="0"/>
              <a:t>Design Your Own Personalized Greeting Card</a:t>
            </a:r>
          </a:p>
          <a:p>
            <a:r>
              <a:rPr lang="en-US" sz="1800" b="1" dirty="0"/>
              <a:t>Greeting Card Creation</a:t>
            </a:r>
          </a:p>
          <a:p>
            <a:r>
              <a:rPr lang="en-US" sz="1800" b="1" dirty="0"/>
              <a:t>Use creative templates </a:t>
            </a:r>
          </a:p>
          <a:p>
            <a:r>
              <a:rPr lang="en-US" sz="1800" b="1" dirty="0"/>
              <a:t>Add images and decorative text </a:t>
            </a:r>
          </a:p>
          <a:p>
            <a:r>
              <a:rPr lang="en-US" sz="1800" b="1" dirty="0"/>
              <a:t>Apply colors and borders </a:t>
            </a:r>
          </a:p>
          <a:p>
            <a:r>
              <a:rPr lang="en-US" sz="1800" b="1" dirty="0"/>
              <a:t>Write personalized messages </a:t>
            </a:r>
          </a:p>
          <a:p>
            <a:r>
              <a:rPr lang="en-IN" sz="1800" b="1" dirty="0"/>
              <a:t>Partnering with AI: Poe.com</a:t>
            </a:r>
            <a:endParaRPr lang="en-US" sz="1800" b="1" dirty="0"/>
          </a:p>
          <a:p>
            <a:r>
              <a:rPr lang="en-US" sz="1800" b="1" dirty="0"/>
              <a:t>Partnering with AI: Google Maps</a:t>
            </a:r>
          </a:p>
          <a:p>
            <a:r>
              <a:rPr lang="en-IN" sz="1800" b="1" dirty="0"/>
              <a:t>Partnering with AI: </a:t>
            </a:r>
            <a:r>
              <a:rPr lang="en-IN" sz="1800" b="1" dirty="0" err="1"/>
              <a:t>DigiLocker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456408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DD7FA-DE81-49AE-A177-B4C610BAB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635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17 MS-CIT- </a:t>
            </a:r>
            <a:r>
              <a:rPr lang="en-IN" sz="3600" dirty="0" err="1"/>
              <a:t>DigItal</a:t>
            </a:r>
            <a:r>
              <a:rPr lang="en-IN" sz="3600" dirty="0"/>
              <a:t> skills for daily life and AI TOOLS)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6CFB1-973B-4BAA-B7D9-A4DF41F40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26352"/>
            <a:ext cx="10515600" cy="569249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Introduction to Digital India Skills</a:t>
            </a:r>
          </a:p>
          <a:p>
            <a:r>
              <a:rPr lang="en-US" b="1" dirty="0"/>
              <a:t>Learn online government services </a:t>
            </a:r>
          </a:p>
          <a:p>
            <a:r>
              <a:rPr lang="en-US" b="1" dirty="0"/>
              <a:t>Use digital platforms safely </a:t>
            </a:r>
          </a:p>
          <a:p>
            <a:r>
              <a:rPr lang="en-US" b="1" dirty="0"/>
              <a:t>Improve digital literacy and awareness</a:t>
            </a:r>
          </a:p>
          <a:p>
            <a:r>
              <a:rPr lang="en-US" b="1" dirty="0"/>
              <a:t> Online Government Forms</a:t>
            </a:r>
          </a:p>
          <a:p>
            <a:r>
              <a:rPr lang="en-US" b="1" dirty="0"/>
              <a:t>Download forms from official websites </a:t>
            </a:r>
          </a:p>
          <a:p>
            <a:r>
              <a:rPr lang="en-US" b="1" dirty="0"/>
              <a:t>Access government schemes easily </a:t>
            </a:r>
          </a:p>
          <a:p>
            <a:r>
              <a:rPr lang="en-US" b="1" dirty="0"/>
              <a:t>Save time and effort </a:t>
            </a:r>
          </a:p>
          <a:p>
            <a:r>
              <a:rPr lang="en-IN" b="1" dirty="0"/>
              <a:t>Partnering with AI: UMANG</a:t>
            </a:r>
          </a:p>
          <a:p>
            <a:r>
              <a:rPr lang="en-IN" b="1" dirty="0"/>
              <a:t>Partnering with AI: </a:t>
            </a:r>
            <a:r>
              <a:rPr lang="en-IN" b="1" dirty="0" err="1"/>
              <a:t>GramCover</a:t>
            </a:r>
            <a:endParaRPr lang="en-IN" b="1" dirty="0"/>
          </a:p>
          <a:p>
            <a:r>
              <a:rPr lang="en-IN" b="1" dirty="0"/>
              <a:t>Digital India Skills</a:t>
            </a:r>
          </a:p>
          <a:p>
            <a:r>
              <a:rPr lang="en-IN" b="1" dirty="0"/>
              <a:t>Importance of Digital India</a:t>
            </a:r>
          </a:p>
          <a:p>
            <a:r>
              <a:rPr lang="en-IN" b="1" dirty="0"/>
              <a:t>Promotes online services </a:t>
            </a:r>
          </a:p>
          <a:p>
            <a:r>
              <a:rPr lang="en-IN" b="1" dirty="0"/>
              <a:t>Encourages digital empowerment </a:t>
            </a:r>
          </a:p>
          <a:p>
            <a:r>
              <a:rPr lang="en-IN" b="1" dirty="0"/>
              <a:t>Improves citizen convenience</a:t>
            </a:r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92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60D4-3530-45EC-94E2-E68EFA849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797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18 MS-CIT- </a:t>
            </a:r>
            <a:r>
              <a:rPr lang="en-IN" sz="3600" dirty="0"/>
              <a:t>MS Office Skill AND MS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724D3-5E24-4AEE-8782-65D716E68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09" y="937728"/>
            <a:ext cx="10515600" cy="5582341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Introduction to MS Excel</a:t>
            </a:r>
          </a:p>
          <a:p>
            <a:r>
              <a:rPr lang="en-US" b="1" dirty="0"/>
              <a:t>MS Excel is a spreadsheet application </a:t>
            </a:r>
          </a:p>
          <a:p>
            <a:r>
              <a:rPr lang="en-US" b="1" dirty="0"/>
              <a:t>Used for calculations, tables, and data analysis </a:t>
            </a:r>
          </a:p>
          <a:p>
            <a:r>
              <a:rPr lang="en-US" b="1" dirty="0"/>
              <a:t>Helps in office and business work </a:t>
            </a:r>
          </a:p>
          <a:p>
            <a:r>
              <a:rPr lang="en-US" b="1" dirty="0"/>
              <a:t>Introduction &amp; User Interface</a:t>
            </a:r>
          </a:p>
          <a:p>
            <a:r>
              <a:rPr lang="en-US" b="1" dirty="0"/>
              <a:t>Excel User Interface</a:t>
            </a:r>
          </a:p>
          <a:p>
            <a:r>
              <a:rPr lang="en-US" b="1" dirty="0"/>
              <a:t>Title Bar </a:t>
            </a:r>
          </a:p>
          <a:p>
            <a:r>
              <a:rPr lang="en-US" b="1" dirty="0"/>
              <a:t>Ribbon </a:t>
            </a:r>
          </a:p>
          <a:p>
            <a:r>
              <a:rPr lang="en-US" b="1" dirty="0"/>
              <a:t>Formula Bar </a:t>
            </a:r>
          </a:p>
          <a:p>
            <a:r>
              <a:rPr lang="en-US" b="1" dirty="0"/>
              <a:t>Worksheet Area </a:t>
            </a:r>
          </a:p>
          <a:p>
            <a:r>
              <a:rPr lang="en-US" b="1" dirty="0"/>
              <a:t>Status Bar</a:t>
            </a:r>
          </a:p>
          <a:p>
            <a:r>
              <a:rPr lang="en-US" b="1" dirty="0"/>
              <a:t>Home Tab Functions</a:t>
            </a:r>
          </a:p>
          <a:p>
            <a:r>
              <a:rPr lang="en-US" b="1" dirty="0"/>
              <a:t>Copy and Paste </a:t>
            </a:r>
          </a:p>
          <a:p>
            <a:r>
              <a:rPr lang="en-US" b="1" dirty="0"/>
              <a:t>Font Formatting </a:t>
            </a:r>
          </a:p>
          <a:p>
            <a:r>
              <a:rPr lang="en-US" b="1" dirty="0"/>
              <a:t>Alignment </a:t>
            </a:r>
          </a:p>
          <a:p>
            <a:r>
              <a:rPr lang="en-US" b="1" dirty="0"/>
              <a:t>Number Formatting </a:t>
            </a:r>
          </a:p>
          <a:p>
            <a:r>
              <a:rPr lang="en-US" b="1" dirty="0"/>
              <a:t>Cell Styles</a:t>
            </a:r>
          </a:p>
          <a:p>
            <a:r>
              <a:rPr lang="en-US" b="1" dirty="0"/>
              <a:t>Partnering with AI: Government e-Marketplace (</a:t>
            </a:r>
            <a:r>
              <a:rPr lang="en-US" b="1" dirty="0" err="1"/>
              <a:t>GeM</a:t>
            </a:r>
            <a:r>
              <a:rPr lang="en-US" b="1" dirty="0"/>
              <a:t>)</a:t>
            </a:r>
          </a:p>
          <a:p>
            <a:r>
              <a:rPr lang="it-IT" b="1" dirty="0"/>
              <a:t>Partnering with AI: Coconote AI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42824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E1A6-9D40-49AB-8E08-4AEBD758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6597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19 MS-CIT- </a:t>
            </a:r>
            <a:r>
              <a:rPr lang="en-IN" sz="3600" dirty="0"/>
              <a:t>MS Office Skill AND MS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41FF-CE4E-4302-89FE-CC2C60BE4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2" y="986596"/>
            <a:ext cx="10515600" cy="5871404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21st Century Office Skills</a:t>
            </a:r>
          </a:p>
          <a:p>
            <a:r>
              <a:rPr lang="en-US" b="1" dirty="0"/>
              <a:t>Modern Office Skills</a:t>
            </a:r>
          </a:p>
          <a:p>
            <a:r>
              <a:rPr lang="en-US" b="1" dirty="0"/>
              <a:t>Data analysis and management </a:t>
            </a:r>
          </a:p>
          <a:p>
            <a:r>
              <a:rPr lang="en-US" b="1" dirty="0"/>
              <a:t>Smart digital communication </a:t>
            </a:r>
          </a:p>
          <a:p>
            <a:r>
              <a:rPr lang="en-US" b="1" dirty="0"/>
              <a:t>Spreadsheet organization </a:t>
            </a:r>
          </a:p>
          <a:p>
            <a:r>
              <a:rPr lang="en-US" b="1" dirty="0"/>
              <a:t>AI-assisted productivity</a:t>
            </a:r>
          </a:p>
          <a:p>
            <a:r>
              <a:rPr lang="en-US" b="1" dirty="0"/>
              <a:t>Insert Tab in Excel</a:t>
            </a:r>
          </a:p>
          <a:p>
            <a:r>
              <a:rPr lang="en-US" b="1" dirty="0"/>
              <a:t>Insert Tab Features</a:t>
            </a:r>
          </a:p>
          <a:p>
            <a:r>
              <a:rPr lang="en-US" b="1" dirty="0"/>
              <a:t>Tables </a:t>
            </a:r>
          </a:p>
          <a:p>
            <a:r>
              <a:rPr lang="en-US" b="1" dirty="0"/>
              <a:t>Charts and Graphs </a:t>
            </a:r>
          </a:p>
          <a:p>
            <a:r>
              <a:rPr lang="en-US" b="1" dirty="0"/>
              <a:t>Pictures and Shapes </a:t>
            </a:r>
          </a:p>
          <a:p>
            <a:r>
              <a:rPr lang="en-US" b="1" dirty="0"/>
              <a:t>Pivot Tables </a:t>
            </a:r>
          </a:p>
          <a:p>
            <a:r>
              <a:rPr lang="en-US" b="1" dirty="0"/>
              <a:t>Hyperlinks</a:t>
            </a:r>
          </a:p>
          <a:p>
            <a:r>
              <a:rPr lang="en-US" b="1" dirty="0"/>
              <a:t>Charts and Tables</a:t>
            </a:r>
          </a:p>
          <a:p>
            <a:r>
              <a:rPr lang="en-US" b="1" dirty="0"/>
              <a:t>Data Presentation Tools</a:t>
            </a:r>
          </a:p>
          <a:p>
            <a:r>
              <a:rPr lang="en-US" b="1" dirty="0"/>
              <a:t>Bar Chart </a:t>
            </a:r>
          </a:p>
          <a:p>
            <a:r>
              <a:rPr lang="en-US" b="1" dirty="0"/>
              <a:t>Pie Chart </a:t>
            </a:r>
          </a:p>
          <a:p>
            <a:r>
              <a:rPr lang="en-US" b="1" dirty="0"/>
              <a:t>Line Chart </a:t>
            </a:r>
          </a:p>
          <a:p>
            <a:r>
              <a:rPr lang="en-US" b="1" dirty="0"/>
              <a:t>Excel Tables</a:t>
            </a:r>
          </a:p>
          <a:p>
            <a:r>
              <a:rPr lang="en-US" b="1" dirty="0"/>
              <a:t>Partnering with AI: MS Excel Analyze Data Feature</a:t>
            </a:r>
          </a:p>
          <a:p>
            <a:r>
              <a:rPr lang="it-IT" b="1" dirty="0"/>
              <a:t>Partnering with AI: Mistral / Le Chat</a:t>
            </a:r>
          </a:p>
          <a:p>
            <a:r>
              <a:rPr lang="en-US" b="1" dirty="0"/>
              <a:t>Partnering with AI: Google Docs Voice Typing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47744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2E95-33B5-45E2-91EC-B62EB949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3" y="18256"/>
            <a:ext cx="10515600" cy="8696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Session 20 MS-CIT- </a:t>
            </a:r>
            <a:r>
              <a:rPr lang="en-IN" sz="3600" dirty="0"/>
              <a:t>MS Office Skill AND MS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CA8B-1407-420A-A17B-5DA7B0662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52" y="993912"/>
            <a:ext cx="10668000" cy="586408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21st Century Office Skills</a:t>
            </a:r>
          </a:p>
          <a:p>
            <a:r>
              <a:rPr lang="en-US" b="1" dirty="0"/>
              <a:t>Modern Office Skills</a:t>
            </a:r>
          </a:p>
          <a:p>
            <a:r>
              <a:rPr lang="en-US" b="1" dirty="0"/>
              <a:t>Data calculation and analysis </a:t>
            </a:r>
          </a:p>
          <a:p>
            <a:r>
              <a:rPr lang="en-US" b="1" dirty="0"/>
              <a:t>Spreadsheet management </a:t>
            </a:r>
          </a:p>
          <a:p>
            <a:r>
              <a:rPr lang="en-US" b="1" dirty="0"/>
              <a:t>Digital productivity </a:t>
            </a:r>
          </a:p>
          <a:p>
            <a:r>
              <a:rPr lang="en-US" b="1" dirty="0"/>
              <a:t>Smart problem-solving</a:t>
            </a:r>
          </a:p>
          <a:p>
            <a:r>
              <a:rPr lang="en-US" b="1" dirty="0"/>
              <a:t>Formulas Tab in Excel</a:t>
            </a:r>
          </a:p>
          <a:p>
            <a:r>
              <a:rPr lang="en-US" b="1" dirty="0"/>
              <a:t>Formula Tab Features</a:t>
            </a:r>
          </a:p>
          <a:p>
            <a:r>
              <a:rPr lang="en-US" b="1" dirty="0"/>
              <a:t>Insert Functions </a:t>
            </a:r>
          </a:p>
          <a:p>
            <a:r>
              <a:rPr lang="en-US" b="1" dirty="0"/>
              <a:t>AutoSum </a:t>
            </a:r>
          </a:p>
          <a:p>
            <a:r>
              <a:rPr lang="en-US" b="1" dirty="0"/>
              <a:t>Financial Functions </a:t>
            </a:r>
          </a:p>
          <a:p>
            <a:r>
              <a:rPr lang="en-US" b="1" dirty="0"/>
              <a:t>Logical Functions </a:t>
            </a:r>
          </a:p>
          <a:p>
            <a:r>
              <a:rPr lang="en-US" b="1" dirty="0"/>
              <a:t>Formula Auditing</a:t>
            </a:r>
          </a:p>
          <a:p>
            <a:r>
              <a:rPr lang="it-IT" b="1" dirty="0"/>
              <a:t>Partnering with AI: Domo AI</a:t>
            </a:r>
          </a:p>
          <a:p>
            <a:r>
              <a:rPr lang="en-US" b="1" dirty="0"/>
              <a:t>Partnering with AI: Read Along (Previously Google Bolo)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3168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253</TotalTime>
  <Words>1462</Words>
  <Application>Microsoft Office PowerPoint</Application>
  <PresentationFormat>Widescreen</PresentationFormat>
  <Paragraphs>272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Algerian</vt:lpstr>
      <vt:lpstr>Arial</vt:lpstr>
      <vt:lpstr>Tw Cen MT</vt:lpstr>
      <vt:lpstr>Droplet</vt:lpstr>
      <vt:lpstr>Session 01 MS-CIT (Basic Computer , Smartphone and typing Skills </vt:lpstr>
      <vt:lpstr>Session 02 MS-CIT (Basic Computer , Smartphone and typing Skills </vt:lpstr>
      <vt:lpstr>Session 03 MS-CIT (Basic Computer , Smartphone and typing Skills </vt:lpstr>
      <vt:lpstr>Session 04 MS-CIT (Basic Computer , Smartphone and typing Skills </vt:lpstr>
      <vt:lpstr>Session 05 MS-CIT (Basic Computer , Smartphone and typing Skills </vt:lpstr>
      <vt:lpstr>Session 06 MS-CIT(DigItal skills for daily life and AI TOOLS)</vt:lpstr>
      <vt:lpstr>Session 07 MS-CIT- MS Office Skill AND MS Word</vt:lpstr>
      <vt:lpstr>Session 08 MS-CIT- MS Office Skill AND MS Word</vt:lpstr>
      <vt:lpstr>Session 09 MS-CIT- MS Office Skill AND MS Word</vt:lpstr>
      <vt:lpstr>Session 10 MS-CIT- MS Office Skill AND MS Word</vt:lpstr>
      <vt:lpstr>Session 11 MS-CIT- MS Office Skill AND MS Word</vt:lpstr>
      <vt:lpstr>Session 12 MS-CIT- MS Office Skill AND MS Word</vt:lpstr>
      <vt:lpstr>Session 13 MS-CIT- MS Office Skill AND MS Word</vt:lpstr>
      <vt:lpstr>Session 14 MS-CIT- MS Office Skill AND MS Word</vt:lpstr>
      <vt:lpstr>Session 15 MS-CIT- MS Office Skill AND MS Word</vt:lpstr>
      <vt:lpstr>Session 16 MS-CIT- MS Office Skill AND MS Word</vt:lpstr>
      <vt:lpstr>Session 17 MS-CIT- DigItal skills for daily life and AI TOOLS)</vt:lpstr>
      <vt:lpstr>Session 18 MS-CIT- MS Office Skill AND MS EXCEL</vt:lpstr>
      <vt:lpstr>Session 19 MS-CIT- MS Office Skill AND MS EXCEL</vt:lpstr>
      <vt:lpstr>Session 20 MS-CIT- MS Office Skill AND MS EXCEL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01 MS-CIT (Basic Computer, Smartphone and typing Skills)</dc:title>
  <dc:creator>LENOVO</dc:creator>
  <cp:lastModifiedBy>LENOVO</cp:lastModifiedBy>
  <cp:revision>26</cp:revision>
  <dcterms:created xsi:type="dcterms:W3CDTF">2026-05-21T05:33:15Z</dcterms:created>
  <dcterms:modified xsi:type="dcterms:W3CDTF">2026-05-22T07:26:07Z</dcterms:modified>
</cp:coreProperties>
</file>