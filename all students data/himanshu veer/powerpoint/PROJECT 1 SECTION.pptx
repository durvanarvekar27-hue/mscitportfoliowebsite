
<file path=[Content_Types].xml><?xml version="1.0" encoding="utf-8"?>
<Types xmlns="http://schemas.openxmlformats.org/package/2006/content-types">
  <Default Extension="png" ContentType="image/png"/>
  <Default Extension="glb" ContentType="model/gltf.binary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765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32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051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82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0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07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2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0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35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7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766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3255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56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9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743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450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30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E85B3-477F-4940-9166-09A3E025EB6C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9C146-A2C1-49A0-B124-39F6B4B3EA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45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316434&amp;picture=smiling-emoji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microsoft.com/office/2017/06/relationships/model3d" Target="../media/model3d1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3.0/" TargetMode="External"/><Relationship Id="rId7" Type="http://schemas.openxmlformats.org/officeDocument/2006/relationships/hyperlink" Target="https://www.publicdomainpictures.net/en/view-image.php?image=316434&amp;picture=smiling-emoji" TargetMode="External"/><Relationship Id="rId2" Type="http://schemas.openxmlformats.org/officeDocument/2006/relationships/hyperlink" Target="https://www.flickr.com/photos/free_for_commercial_use/14375461993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hyperlink" Target="https://pixabay.com/en/thanks-thank-you-message-grateful-1314887/" TargetMode="Externa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22F1-4F6D-4A0E-9F9E-8D489DD0C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678" y="1881809"/>
            <a:ext cx="9448800" cy="1786447"/>
          </a:xfrm>
        </p:spPr>
        <p:txBody>
          <a:bodyPr>
            <a:noAutofit/>
          </a:bodyPr>
          <a:lstStyle/>
          <a:p>
            <a:r>
              <a:rPr lang="en-IN" sz="7200" b="1" u="sng" dirty="0">
                <a:solidFill>
                  <a:srgbClr val="FF0000"/>
                </a:solidFill>
                <a:highlight>
                  <a:srgbClr val="008080"/>
                </a:highlight>
                <a:latin typeface="Arial Black" panose="020B0A04020102020204" pitchFamily="34" charset="0"/>
              </a:rPr>
              <a:t>GOOD MORNING EVERYONE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B26D2-016D-428F-A4DD-6E9D25E5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60806" y="2798223"/>
            <a:ext cx="2888973" cy="1786447"/>
          </a:xfrm>
          <a:prstGeom prst="rect">
            <a:avLst/>
          </a:prstGeom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softEdge rad="112500"/>
          </a:effec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Smiling Face">
                <a:extLst>
                  <a:ext uri="{FF2B5EF4-FFF2-40B4-BE49-F238E27FC236}">
                    <a16:creationId xmlns:a16="http://schemas.microsoft.com/office/drawing/2014/main" id="{D00A45F8-4D31-41BE-B234-04109E595D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1205763"/>
                  </p:ext>
                </p:extLst>
              </p:nvPr>
            </p:nvGraphicFramePr>
            <p:xfrm>
              <a:off x="942221" y="3911102"/>
              <a:ext cx="2644662" cy="268271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644662" cy="2682713"/>
                    </a:xfrm>
                    <a:prstGeom prst="rect">
                      <a:avLst/>
                    </a:prstGeom>
                    <a:blipFill>
                      <a:blip r:embed="rId5"/>
                      <a:tile tx="0" ty="0" sx="100000" sy="100000" flip="none" algn="tl"/>
                    </a:blipFill>
                    <a:effectLst>
                      <a:glow rad="2286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</am3d:spPr>
                  <am3d:camera>
                    <am3d:pos x="0" y="0" z="8093801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67647" d="1000000"/>
                    <am3d:preTrans dx="0" dy="-2" dz="1153533"/>
                    <am3d:scale>
                      <am3d:sx n="1000000" d="1000000"/>
                      <am3d:sy n="1000000" d="1000000"/>
                      <am3d:sz n="1000000" d="1000000"/>
                    </am3d:scale>
                    <am3d:rot ax="-31154" ay="730896" az="-6575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6995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Smiling Face">
                <a:extLst>
                  <a:ext uri="{FF2B5EF4-FFF2-40B4-BE49-F238E27FC236}">
                    <a16:creationId xmlns:a16="http://schemas.microsoft.com/office/drawing/2014/main" id="{D00A45F8-4D31-41BE-B234-04109E595D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2221" y="3911102"/>
                <a:ext cx="2644662" cy="2682713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7343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36D9E-8B70-445D-92C6-2F7AA8F960D5}"/>
              </a:ext>
            </a:extLst>
          </p:cNvPr>
          <p:cNvSpPr txBox="1"/>
          <p:nvPr/>
        </p:nvSpPr>
        <p:spPr>
          <a:xfrm>
            <a:off x="2332382" y="708134"/>
            <a:ext cx="87066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Bodoni MT Black" panose="02070A03080606020203" pitchFamily="18" charset="0"/>
              </a:rPr>
              <a:t>INTRODUCING NEW</a:t>
            </a:r>
          </a:p>
          <a:p>
            <a:r>
              <a:rPr lang="en-IN" sz="6600" b="1" dirty="0">
                <a:latin typeface="Bodoni MT Black" panose="02070A03080606020203" pitchFamily="18" charset="0"/>
              </a:rPr>
              <a:t>PROJECT-</a:t>
            </a:r>
          </a:p>
          <a:p>
            <a:r>
              <a:rPr lang="en-IN" sz="6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lgerian" panose="04020705040A02060702" pitchFamily="82" charset="0"/>
              </a:rPr>
              <a:t>BATTLE  OF CHESS </a:t>
            </a:r>
          </a:p>
          <a:p>
            <a:r>
              <a:rPr lang="en-IN" sz="66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lgerian" panose="04020705040A02060702" pitchFamily="82" charset="0"/>
              </a:rPr>
              <a:t>COMPETITION</a:t>
            </a:r>
          </a:p>
        </p:txBody>
      </p:sp>
      <p:pic>
        <p:nvPicPr>
          <p:cNvPr id="1026" name="Picture 2" descr="30,000+ Chess Pieces Pictures | Download Free Images on Unsplash">
            <a:extLst>
              <a:ext uri="{FF2B5EF4-FFF2-40B4-BE49-F238E27FC236}">
                <a16:creationId xmlns:a16="http://schemas.microsoft.com/office/drawing/2014/main" id="{A7F75277-77E9-43B2-B230-FFABE59AC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67222">
            <a:off x="7759563" y="1643269"/>
            <a:ext cx="3961572" cy="192675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softEdge rad="112500"/>
          </a:effectLst>
        </p:spPr>
      </p:pic>
      <p:pic>
        <p:nvPicPr>
          <p:cNvPr id="1028" name="Picture 4" descr="Pin by Timeofgrace.org on Phone wallpapers | Black and white art drawing, Chess  board, Chess">
            <a:extLst>
              <a:ext uri="{FF2B5EF4-FFF2-40B4-BE49-F238E27FC236}">
                <a16:creationId xmlns:a16="http://schemas.microsoft.com/office/drawing/2014/main" id="{F9C6FE1A-CA62-4926-9438-CE593A7EE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7" y="2531165"/>
            <a:ext cx="2226366" cy="3472069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67151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Set Up a Chess Set: Easy Guide for Beginners – World Chess Shop">
            <a:extLst>
              <a:ext uri="{FF2B5EF4-FFF2-40B4-BE49-F238E27FC236}">
                <a16:creationId xmlns:a16="http://schemas.microsoft.com/office/drawing/2014/main" id="{C490E672-9597-4FAE-9405-6BA5E7DE6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A57C0-FC76-4D5F-9F5D-FC8098DAAF7E}"/>
              </a:ext>
            </a:extLst>
          </p:cNvPr>
          <p:cNvSpPr txBox="1"/>
          <p:nvPr/>
        </p:nvSpPr>
        <p:spPr>
          <a:xfrm>
            <a:off x="622852" y="993913"/>
            <a:ext cx="19745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92D050"/>
                </a:solidFill>
              </a:rPr>
              <a:t>CHESS IS ROUGHLY 1,500 YEARS AGO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458F1B27-D567-413B-B127-246CF9992791}"/>
              </a:ext>
            </a:extLst>
          </p:cNvPr>
          <p:cNvSpPr/>
          <p:nvPr/>
        </p:nvSpPr>
        <p:spPr>
          <a:xfrm>
            <a:off x="728870" y="1179443"/>
            <a:ext cx="119269" cy="15902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4FE27-FA81-4448-9D7A-6B09A5117531}"/>
              </a:ext>
            </a:extLst>
          </p:cNvPr>
          <p:cNvSpPr txBox="1"/>
          <p:nvPr/>
        </p:nvSpPr>
        <p:spPr>
          <a:xfrm>
            <a:off x="8282609" y="5459896"/>
            <a:ext cx="3326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u="sng" dirty="0">
                <a:solidFill>
                  <a:srgbClr val="7030A0"/>
                </a:solidFill>
              </a:rPr>
              <a:t>CHESS GAME IS THE PROMIENT GAME IN THE WORLD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03FE491-36B9-422C-9228-B4980E9A1C4A}"/>
              </a:ext>
            </a:extLst>
          </p:cNvPr>
          <p:cNvSpPr/>
          <p:nvPr/>
        </p:nvSpPr>
        <p:spPr>
          <a:xfrm>
            <a:off x="8322364" y="5658679"/>
            <a:ext cx="132521" cy="11926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3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hess Background Images, HD Pictures and Wallpaper For Free ...">
            <a:extLst>
              <a:ext uri="{FF2B5EF4-FFF2-40B4-BE49-F238E27FC236}">
                <a16:creationId xmlns:a16="http://schemas.microsoft.com/office/drawing/2014/main" id="{72506DA4-2F70-45B7-B4B9-1B87061B5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20"/>
            <a:ext cx="12178747" cy="685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78D15A-BC7D-4176-9320-5511D0391C4D}"/>
              </a:ext>
            </a:extLst>
          </p:cNvPr>
          <p:cNvSpPr txBox="1"/>
          <p:nvPr/>
        </p:nvSpPr>
        <p:spPr>
          <a:xfrm>
            <a:off x="649357" y="669235"/>
            <a:ext cx="2902226" cy="138499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+mj-lt"/>
              </a:rPr>
              <a:t>INCREASING PERSONALITY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CAEF1-EBFE-4BD6-A1F6-9929A1B0DDDE}"/>
              </a:ext>
            </a:extLst>
          </p:cNvPr>
          <p:cNvSpPr txBox="1"/>
          <p:nvPr/>
        </p:nvSpPr>
        <p:spPr>
          <a:xfrm>
            <a:off x="8547653" y="669235"/>
            <a:ext cx="2504660" cy="2062103"/>
          </a:xfrm>
          <a:prstGeom prst="rect">
            <a:avLst/>
          </a:prstGeom>
          <a:noFill/>
          <a:effectLst>
            <a:softEdge rad="31750"/>
          </a:effectLst>
          <a:scene3d>
            <a:camera prst="perspective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Algerian" panose="04020705040A02060702" pitchFamily="82" charset="0"/>
              </a:rPr>
              <a:t>INCREASING </a:t>
            </a:r>
          </a:p>
          <a:p>
            <a:r>
              <a:rPr lang="en-IN" sz="32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Algerian" panose="04020705040A02060702" pitchFamily="82" charset="0"/>
              </a:rPr>
              <a:t>DECISION TIME </a:t>
            </a:r>
          </a:p>
          <a:p>
            <a:r>
              <a:rPr lang="en-IN" sz="32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  <a:latin typeface="Algerian" panose="04020705040A02060702" pitchFamily="82" charset="0"/>
              </a:rPr>
              <a:t>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97FA8-ACA1-4E3C-ACA6-09420A9B59D1}"/>
              </a:ext>
            </a:extLst>
          </p:cNvPr>
          <p:cNvSpPr txBox="1"/>
          <p:nvPr/>
        </p:nvSpPr>
        <p:spPr>
          <a:xfrm>
            <a:off x="4724399" y="808383"/>
            <a:ext cx="2756453" cy="1384995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</a:rPr>
              <a:t>FOSTER </a:t>
            </a:r>
          </a:p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</a:rPr>
              <a:t>EMOTION </a:t>
            </a:r>
          </a:p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highlight>
                  <a:srgbClr val="C0C0C0"/>
                </a:highlight>
              </a:rPr>
              <a:t>INTELLIGENCE</a:t>
            </a:r>
          </a:p>
        </p:txBody>
      </p:sp>
    </p:spTree>
    <p:extLst>
      <p:ext uri="{BB962C8B-B14F-4D97-AF65-F5344CB8AC3E}">
        <p14:creationId xmlns:p14="http://schemas.microsoft.com/office/powerpoint/2010/main" val="2333237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hess King Background Images, HD Pictures and Wallpaper For Free Download |  Pngtree">
            <a:extLst>
              <a:ext uri="{FF2B5EF4-FFF2-40B4-BE49-F238E27FC236}">
                <a16:creationId xmlns:a16="http://schemas.microsoft.com/office/drawing/2014/main" id="{F7C0B474-E297-482D-8228-EC7D79C77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365" y="212035"/>
            <a:ext cx="5393635" cy="300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AE6325-D323-4726-8AAA-188824336648}"/>
              </a:ext>
            </a:extLst>
          </p:cNvPr>
          <p:cNvSpPr txBox="1"/>
          <p:nvPr/>
        </p:nvSpPr>
        <p:spPr>
          <a:xfrm>
            <a:off x="874643" y="954157"/>
            <a:ext cx="26504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Bodoni MT Black" panose="02070A03080606020203" pitchFamily="18" charset="0"/>
              </a:rPr>
              <a:t>FIRST PRIZE –    21,000$</a:t>
            </a:r>
          </a:p>
          <a:p>
            <a:r>
              <a:rPr lang="en-IN" dirty="0">
                <a:solidFill>
                  <a:srgbClr val="FF0000"/>
                </a:solidFill>
                <a:latin typeface="Bodoni MT Black" panose="02070A03080606020203" pitchFamily="18" charset="0"/>
              </a:rPr>
              <a:t>SECOND PRIZE -  11,000$</a:t>
            </a:r>
          </a:p>
          <a:p>
            <a:r>
              <a:rPr lang="en-IN" dirty="0">
                <a:solidFill>
                  <a:srgbClr val="FF0000"/>
                </a:solidFill>
                <a:latin typeface="Bodoni MT Black" panose="02070A03080606020203" pitchFamily="18" charset="0"/>
              </a:rPr>
              <a:t>THIRD PRIZE-          5,000$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6F2F186B-234D-4389-9F83-AD96D20F4642}"/>
              </a:ext>
            </a:extLst>
          </p:cNvPr>
          <p:cNvSpPr/>
          <p:nvPr/>
        </p:nvSpPr>
        <p:spPr>
          <a:xfrm>
            <a:off x="609600" y="1099930"/>
            <a:ext cx="265043" cy="14577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C7472-BFC0-4738-ACA9-7C219CD788E0}"/>
              </a:ext>
            </a:extLst>
          </p:cNvPr>
          <p:cNvSpPr txBox="1"/>
          <p:nvPr/>
        </p:nvSpPr>
        <p:spPr>
          <a:xfrm>
            <a:off x="1166191" y="3909391"/>
            <a:ext cx="5976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highlight>
                  <a:srgbClr val="C0C0C0"/>
                </a:highlight>
              </a:rPr>
              <a:t>VENUE: M.G ROAD, PUNE </a:t>
            </a:r>
          </a:p>
          <a:p>
            <a:r>
              <a:rPr lang="en-IN" sz="3600" dirty="0">
                <a:solidFill>
                  <a:srgbClr val="FF0000"/>
                </a:solidFill>
                <a:highlight>
                  <a:srgbClr val="C0C0C0"/>
                </a:highlight>
              </a:rPr>
              <a:t>TIME    : 10:00AM TO 5:00PM</a:t>
            </a:r>
          </a:p>
          <a:p>
            <a:r>
              <a:rPr lang="en-IN" sz="3600" dirty="0">
                <a:solidFill>
                  <a:srgbClr val="FF0000"/>
                </a:solidFill>
                <a:highlight>
                  <a:srgbClr val="C0C0C0"/>
                </a:highlight>
              </a:rPr>
              <a:t>PHONE.NO: 94738XXXXX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57079-0ECF-4C4E-B620-84958EDB086D}"/>
              </a:ext>
            </a:extLst>
          </p:cNvPr>
          <p:cNvSpPr txBox="1"/>
          <p:nvPr/>
        </p:nvSpPr>
        <p:spPr>
          <a:xfrm>
            <a:off x="8017565" y="3909391"/>
            <a:ext cx="1590261" cy="147732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COMEBACK IN BATTLE AND </a:t>
            </a:r>
          </a:p>
          <a:p>
            <a:r>
              <a:rPr lang="en-IN" dirty="0"/>
              <a:t>SHOW YOUR</a:t>
            </a:r>
          </a:p>
          <a:p>
            <a:r>
              <a:rPr lang="en-IN" dirty="0"/>
              <a:t> TALENT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ACC4C-1A06-40D7-A894-F703FB1AF0DA}"/>
              </a:ext>
            </a:extLst>
          </p:cNvPr>
          <p:cNvSpPr txBox="1"/>
          <p:nvPr/>
        </p:nvSpPr>
        <p:spPr>
          <a:xfrm>
            <a:off x="6798365" y="6075832"/>
            <a:ext cx="5155095" cy="3693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EILIGIBLE: ALL CAN PARTICIPATE</a:t>
            </a:r>
          </a:p>
        </p:txBody>
      </p:sp>
    </p:spTree>
    <p:extLst>
      <p:ext uri="{BB962C8B-B14F-4D97-AF65-F5344CB8AC3E}">
        <p14:creationId xmlns:p14="http://schemas.microsoft.com/office/powerpoint/2010/main" val="41885965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B6D6A0-31A7-4D5C-BF62-4C6965911D2B}"/>
              </a:ext>
            </a:extLst>
          </p:cNvPr>
          <p:cNvSpPr txBox="1"/>
          <p:nvPr/>
        </p:nvSpPr>
        <p:spPr>
          <a:xfrm>
            <a:off x="955010" y="6858000"/>
            <a:ext cx="102819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s://www.flickr.com/photos/free_for_commercial_use/14375461993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4786C-3AD0-4DD4-A0F7-CA69AC90C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1637F7-290F-47E5-9132-46B0AE4B3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164597" y="2650434"/>
            <a:ext cx="4072393" cy="227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157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67</TotalTime>
  <Words>90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Arial</vt:lpstr>
      <vt:lpstr>Arial Black</vt:lpstr>
      <vt:lpstr>Bodoni MT Black</vt:lpstr>
      <vt:lpstr>Century Gothic</vt:lpstr>
      <vt:lpstr>Vapor Trail</vt:lpstr>
      <vt:lpstr>GOOD MORNING EVERYONE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MORNING EVERYONE</dc:title>
  <dc:creator>LENOVO</dc:creator>
  <cp:lastModifiedBy>LENOVO</cp:lastModifiedBy>
  <cp:revision>8</cp:revision>
  <dcterms:created xsi:type="dcterms:W3CDTF">2026-04-22T07:45:48Z</dcterms:created>
  <dcterms:modified xsi:type="dcterms:W3CDTF">2026-04-22T08:53:10Z</dcterms:modified>
</cp:coreProperties>
</file>