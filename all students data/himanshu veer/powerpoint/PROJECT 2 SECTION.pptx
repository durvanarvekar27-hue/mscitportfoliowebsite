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8" d="100"/>
          <a:sy n="68" d="100"/>
        </p:scale>
        <p:origin x="81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B1FC6-90C4-48D7-8AE0-42E818C323C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15DA58D-DFA7-49D1-A0BB-CCB9EF67C35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74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B1FC6-90C4-48D7-8AE0-42E818C323C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A58D-DFA7-49D1-A0BB-CCB9EF67C35C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21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B1FC6-90C4-48D7-8AE0-42E818C323C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A58D-DFA7-49D1-A0BB-CCB9EF67C35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141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B1FC6-90C4-48D7-8AE0-42E818C323C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A58D-DFA7-49D1-A0BB-CCB9EF67C35C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81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B1FC6-90C4-48D7-8AE0-42E818C323C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A58D-DFA7-49D1-A0BB-CCB9EF67C35C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371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B1FC6-90C4-48D7-8AE0-42E818C323C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A58D-DFA7-49D1-A0BB-CCB9EF67C35C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0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B1FC6-90C4-48D7-8AE0-42E818C323C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A58D-DFA7-49D1-A0BB-CCB9EF67C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78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B1FC6-90C4-48D7-8AE0-42E818C323C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A58D-DFA7-49D1-A0BB-CCB9EF67C35C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24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91B1FC6-90C4-48D7-8AE0-42E818C323C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A58D-DFA7-49D1-A0BB-CCB9EF67C35C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226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B1FC6-90C4-48D7-8AE0-42E818C323C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A58D-DFA7-49D1-A0BB-CCB9EF67C35C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478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B1FC6-90C4-48D7-8AE0-42E818C323C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A58D-DFA7-49D1-A0BB-CCB9EF67C35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428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B1FC6-90C4-48D7-8AE0-42E818C323C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15DA58D-DFA7-49D1-A0BB-CCB9EF67C35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766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exels.com/photo/focus-photography-of-flying-hummingbird-2629372/" TargetMode="External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hyperlink" Target="https://animalkingdom.org/species/duiker/" TargetMode="External"/><Relationship Id="rId5" Type="http://schemas.microsoft.com/office/2007/relationships/hdphoto" Target="../media/hdphoto2.wdp"/><Relationship Id="rId10" Type="http://schemas.microsoft.com/office/2007/relationships/hdphoto" Target="../media/hdphoto4.wdp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6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70+ Good Morning Scenery Images &amp; Wishes - Good Morning Wishes">
            <a:extLst>
              <a:ext uri="{FF2B5EF4-FFF2-40B4-BE49-F238E27FC236}">
                <a16:creationId xmlns:a16="http://schemas.microsoft.com/office/drawing/2014/main" id="{A04A70A3-54F5-44D9-A838-02DE47C22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Diffused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2184"/>
            <a:ext cx="12192000" cy="711080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00B050"/>
            </a:solidFill>
            <a:miter lim="800000"/>
          </a:ln>
          <a:effectLst>
            <a:glow rad="228600">
              <a:schemeClr val="accent1">
                <a:satMod val="175000"/>
                <a:alpha val="40000"/>
              </a:schemeClr>
            </a:glow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miley Face PNG Transparent Images Free Download - Pngfre">
            <a:extLst>
              <a:ext uri="{FF2B5EF4-FFF2-40B4-BE49-F238E27FC236}">
                <a16:creationId xmlns:a16="http://schemas.microsoft.com/office/drawing/2014/main" id="{6F055024-BCF3-4C00-BD2C-FAF4897A6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585" y="3896752"/>
            <a:ext cx="4360985" cy="3145106"/>
          </a:xfrm>
          <a:prstGeom prst="rect">
            <a:avLst/>
          </a:prstGeom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9DFB1B-B098-42D6-B42E-C99317CD3D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997612" y="-295423"/>
            <a:ext cx="4239570" cy="23071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E315C1-FD69-4E1E-B69F-03CDA41C2AF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backgroundMark x1="66500" y1="44385" x2="66500" y2="44385"/>
                        <a14:backgroundMark x1="66500" y1="44385" x2="66500" y2="44385"/>
                        <a14:backgroundMark x1="59500" y1="46881" x2="59500" y2="46881"/>
                        <a14:backgroundMark x1="55400" y1="23886" x2="55400" y2="23886"/>
                        <a14:backgroundMark x1="55400" y1="23886" x2="55400" y2="23886"/>
                        <a14:backgroundMark x1="25400" y1="56863" x2="25400" y2="56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 rot="20423565">
            <a:off x="8342141" y="323557"/>
            <a:ext cx="3305908" cy="16881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9089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atural Spring Scenery Photography Backdrop Forest Photography Background  Studio Props001(5x7) : Amazon.in: Electronics">
            <a:extLst>
              <a:ext uri="{FF2B5EF4-FFF2-40B4-BE49-F238E27FC236}">
                <a16:creationId xmlns:a16="http://schemas.microsoft.com/office/drawing/2014/main" id="{DA2FDBA1-7EFD-4B2F-A7C3-04B020103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858000"/>
          </a:xfrm>
          <a:prstGeom prst="rect">
            <a:avLst/>
          </a:prstGeom>
          <a:ln w="76200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FD24F98-6991-47F9-B2A8-A7E3AE656F01}"/>
              </a:ext>
            </a:extLst>
          </p:cNvPr>
          <p:cNvSpPr txBox="1"/>
          <p:nvPr/>
        </p:nvSpPr>
        <p:spPr>
          <a:xfrm>
            <a:off x="2940148" y="2743202"/>
            <a:ext cx="86656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rgbClr val="FF0000"/>
                </a:solidFill>
                <a:latin typeface="Arial Black" panose="020B0A04020102020204" pitchFamily="34" charset="0"/>
              </a:rPr>
              <a:t>INTRODUCING  NEW PROJECT-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3E3212-0CD2-4938-A49A-329FEA33A178}"/>
              </a:ext>
            </a:extLst>
          </p:cNvPr>
          <p:cNvSpPr txBox="1"/>
          <p:nvPr/>
        </p:nvSpPr>
        <p:spPr>
          <a:xfrm>
            <a:off x="2032781" y="4969020"/>
            <a:ext cx="1048043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solidFill>
                  <a:srgbClr val="002060"/>
                </a:solidFill>
              </a:rPr>
              <a:t>THE FUTURE OF POWERED SOLAR CAR ENERGY</a:t>
            </a:r>
          </a:p>
        </p:txBody>
      </p:sp>
      <p:pic>
        <p:nvPicPr>
          <p:cNvPr id="2052" name="Picture 4" descr="Flower PNG Transparent Images Free Download | Vector Files | Pngtree">
            <a:extLst>
              <a:ext uri="{FF2B5EF4-FFF2-40B4-BE49-F238E27FC236}">
                <a16:creationId xmlns:a16="http://schemas.microsoft.com/office/drawing/2014/main" id="{E2FB4575-3F0B-46CE-9154-67FA7090B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86858">
            <a:off x="83232" y="5608444"/>
            <a:ext cx="2370866" cy="134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Flower PNG Transparent Images Free Download | Vector Files | Pngtree">
            <a:extLst>
              <a:ext uri="{FF2B5EF4-FFF2-40B4-BE49-F238E27FC236}">
                <a16:creationId xmlns:a16="http://schemas.microsoft.com/office/drawing/2014/main" id="{3318B25E-E04A-42C8-9F41-182A1C454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46771">
            <a:off x="9913975" y="5879214"/>
            <a:ext cx="2550950" cy="108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5145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 descr="Sad Earth PNG Images - CleanPNG">
            <a:extLst>
              <a:ext uri="{FF2B5EF4-FFF2-40B4-BE49-F238E27FC236}">
                <a16:creationId xmlns:a16="http://schemas.microsoft.com/office/drawing/2014/main" id="{A01B137D-D771-4597-B184-5B4A4AE15B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5588" y="3276600"/>
            <a:ext cx="5502812" cy="550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86" name="Picture 14" descr="Simple Background Vector Art, Icons, and Graphics for Free Download">
            <a:extLst>
              <a:ext uri="{FF2B5EF4-FFF2-40B4-BE49-F238E27FC236}">
                <a16:creationId xmlns:a16="http://schemas.microsoft.com/office/drawing/2014/main" id="{29DC0ECC-FA94-4DB3-BB23-C48B6A0C4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F185DA-75F1-486C-AA98-0967B830E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421" b="90000" l="10000" r="90000">
                        <a14:foregroundMark x1="54250" y1="8421" x2="54250" y2="84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82991" y="185852"/>
            <a:ext cx="4534486" cy="55326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32DA9E-8183-4B42-81DB-6C2B5F3A9E1E}"/>
              </a:ext>
            </a:extLst>
          </p:cNvPr>
          <p:cNvSpPr txBox="1"/>
          <p:nvPr/>
        </p:nvSpPr>
        <p:spPr>
          <a:xfrm>
            <a:off x="4839288" y="185852"/>
            <a:ext cx="62460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0000"/>
                </a:solidFill>
              </a:rPr>
              <a:t>Do you know</a:t>
            </a:r>
            <a:r>
              <a:rPr lang="en-IN" sz="4000" dirty="0"/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2BDB4E-97AE-45BA-A529-074B22945AF2}"/>
              </a:ext>
            </a:extLst>
          </p:cNvPr>
          <p:cNvSpPr txBox="1"/>
          <p:nvPr/>
        </p:nvSpPr>
        <p:spPr>
          <a:xfrm>
            <a:off x="4970588" y="1587986"/>
            <a:ext cx="700570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           </a:t>
            </a:r>
            <a:r>
              <a:rPr lang="en-US" sz="2400" dirty="0">
                <a:solidFill>
                  <a:schemeClr val="bg1"/>
                </a:solidFill>
              </a:rPr>
              <a:t>Earth is facing a severe, interconnected environmental crisis driven by </a:t>
            </a:r>
            <a:r>
              <a:rPr lang="en-US" sz="2400" dirty="0">
                <a:solidFill>
                  <a:srgbClr val="FF0000"/>
                </a:solidFill>
              </a:rPr>
              <a:t>human activity, primarily climate change, pollution, and biodiversity loss </a:t>
            </a:r>
            <a:r>
              <a:rPr lang="en-US" sz="2400" dirty="0">
                <a:solidFill>
                  <a:schemeClr val="bg1"/>
                </a:solidFill>
              </a:rPr>
              <a:t>. Global warming is become terrible problem , which is facing by human beings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                       most of the people are using vehicles in order to move one place from another . However, it emit </a:t>
            </a:r>
            <a:r>
              <a:rPr lang="en-IN" sz="2800" dirty="0">
                <a:solidFill>
                  <a:schemeClr val="bg1"/>
                </a:solidFill>
                <a:highlight>
                  <a:srgbClr val="00FF00"/>
                </a:highlight>
                <a:latin typeface="Arial Black" panose="020B0A04020102020204" pitchFamily="34" charset="0"/>
              </a:rPr>
              <a:t>harmful gases </a:t>
            </a:r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such as </a:t>
            </a:r>
            <a:r>
              <a:rPr lang="en-IN" sz="2800" dirty="0">
                <a:solidFill>
                  <a:srgbClr val="FFFF00"/>
                </a:solidFill>
                <a:latin typeface="Arial Black" panose="020B0A04020102020204" pitchFamily="34" charset="0"/>
              </a:rPr>
              <a:t>carbon dioxide( co2) , carbon monoxide(CO)  and etc. it can cause harmful pollution</a:t>
            </a:r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240063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Solar Energy Is On The Go With Solar Powered Cars • Museum Of Solar Energy">
            <a:extLst>
              <a:ext uri="{FF2B5EF4-FFF2-40B4-BE49-F238E27FC236}">
                <a16:creationId xmlns:a16="http://schemas.microsoft.com/office/drawing/2014/main" id="{3C86CE8D-9107-495C-884F-A351B9CC4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53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Automakers Are Developing Solar-Powered Vehicles | 2021-05-02 | ASSEMBLY">
            <a:extLst>
              <a:ext uri="{FF2B5EF4-FFF2-40B4-BE49-F238E27FC236}">
                <a16:creationId xmlns:a16="http://schemas.microsoft.com/office/drawing/2014/main" id="{DEA75B6D-F17C-4858-8C41-202D3FB8E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6FD287-8C4C-4885-9CFF-30429B2A34EF}"/>
              </a:ext>
            </a:extLst>
          </p:cNvPr>
          <p:cNvSpPr txBox="1"/>
          <p:nvPr/>
        </p:nvSpPr>
        <p:spPr>
          <a:xfrm>
            <a:off x="548640" y="520505"/>
            <a:ext cx="4276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Solar cars are electric vehicles (EVs) that use integrated solar panels to provide full or partial power to the battery.</a:t>
            </a:r>
            <a:endParaRPr lang="en-IN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0E817-FB18-46E5-8812-1F9AEAFDA580}"/>
              </a:ext>
            </a:extLst>
          </p:cNvPr>
          <p:cNvSpPr txBox="1"/>
          <p:nvPr/>
        </p:nvSpPr>
        <p:spPr>
          <a:xfrm>
            <a:off x="8820443" y="5078437"/>
            <a:ext cx="31230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lgerian" panose="04020705040A02060702" pitchFamily="82" charset="0"/>
              </a:rPr>
              <a:t> Because solar power is free, the cost of driving is reduced.</a:t>
            </a:r>
            <a:endParaRPr lang="en-IN" sz="2400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4EF1DF-7A92-45E7-AFCC-FA06647F7C7A}"/>
              </a:ext>
            </a:extLst>
          </p:cNvPr>
          <p:cNvSpPr/>
          <p:nvPr/>
        </p:nvSpPr>
        <p:spPr>
          <a:xfrm>
            <a:off x="295422" y="520505"/>
            <a:ext cx="253218" cy="182880"/>
          </a:xfrm>
          <a:prstGeom prst="ellipse">
            <a:avLst/>
          </a:prstGeom>
          <a:solidFill>
            <a:schemeClr val="accent2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DE0D80-9BCD-43BD-8FC6-3CA30E9DFFD9}"/>
              </a:ext>
            </a:extLst>
          </p:cNvPr>
          <p:cNvSpPr/>
          <p:nvPr/>
        </p:nvSpPr>
        <p:spPr>
          <a:xfrm>
            <a:off x="8454683" y="5303520"/>
            <a:ext cx="365760" cy="182880"/>
          </a:xfrm>
          <a:prstGeom prst="ellipse">
            <a:avLst/>
          </a:prstGeom>
          <a:solidFill>
            <a:schemeClr val="accent2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D3D515-96F1-43C5-8F96-322B2E7C4CA8}"/>
              </a:ext>
            </a:extLst>
          </p:cNvPr>
          <p:cNvSpPr txBox="1"/>
          <p:nvPr/>
        </p:nvSpPr>
        <p:spPr>
          <a:xfrm>
            <a:off x="801858" y="5908431"/>
            <a:ext cx="2039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NO </a:t>
            </a:r>
          </a:p>
          <a:p>
            <a:r>
              <a:rPr lang="en-IN" sz="28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POLLUTION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E4C982-9A5D-44EA-AF54-90B0CB08D219}"/>
              </a:ext>
            </a:extLst>
          </p:cNvPr>
          <p:cNvSpPr/>
          <p:nvPr/>
        </p:nvSpPr>
        <p:spPr>
          <a:xfrm>
            <a:off x="436098" y="6020972"/>
            <a:ext cx="253218" cy="182880"/>
          </a:xfrm>
          <a:prstGeom prst="ellipse">
            <a:avLst/>
          </a:prstGeom>
          <a:solidFill>
            <a:schemeClr val="accent2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901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 descr="nice background aesthetic - Visicom Image Search Results">
            <a:extLst>
              <a:ext uri="{FF2B5EF4-FFF2-40B4-BE49-F238E27FC236}">
                <a16:creationId xmlns:a16="http://schemas.microsoft.com/office/drawing/2014/main" id="{A36E64A5-FBB8-48A4-8786-2180D1BBE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135" y="42862"/>
            <a:ext cx="12192000" cy="677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5BB0D2-8364-43C1-92D3-48BAB4DD3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62242" y="553331"/>
            <a:ext cx="5342206" cy="5200357"/>
          </a:xfrm>
          <a:prstGeom prst="rect">
            <a:avLst/>
          </a:prstGeom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624217-5D32-4EEB-9970-AF4503C2F61A}"/>
              </a:ext>
            </a:extLst>
          </p:cNvPr>
          <p:cNvSpPr txBox="1"/>
          <p:nvPr/>
        </p:nvSpPr>
        <p:spPr>
          <a:xfrm>
            <a:off x="7371471" y="368665"/>
            <a:ext cx="46564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WITHOUT EARTH, HUMAN BEING’S LIFE IS MEANINGLESS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2D9C9-DF48-477A-9466-AE85F0EB1FD3}"/>
              </a:ext>
            </a:extLst>
          </p:cNvPr>
          <p:cNvSpPr txBox="1"/>
          <p:nvPr/>
        </p:nvSpPr>
        <p:spPr>
          <a:xfrm>
            <a:off x="6096000" y="3995225"/>
            <a:ext cx="37513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SOLAR PANEL ‘S CAR IS BEST FOR SUSTAINING THE EARTH’S ECOSYSTEM.</a:t>
            </a:r>
          </a:p>
        </p:txBody>
      </p:sp>
    </p:spTree>
    <p:extLst>
      <p:ext uri="{BB962C8B-B14F-4D97-AF65-F5344CB8AC3E}">
        <p14:creationId xmlns:p14="http://schemas.microsoft.com/office/powerpoint/2010/main" val="2689325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hank You Stock Photos, Images and Backgrounds for Free Download">
            <a:extLst>
              <a:ext uri="{FF2B5EF4-FFF2-40B4-BE49-F238E27FC236}">
                <a16:creationId xmlns:a16="http://schemas.microsoft.com/office/drawing/2014/main" id="{B1272D34-F96E-4A35-81D2-BC592BA33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33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112</TotalTime>
  <Words>160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Algerian</vt:lpstr>
      <vt:lpstr>Arial</vt:lpstr>
      <vt:lpstr>Arial Black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13</cp:revision>
  <dcterms:created xsi:type="dcterms:W3CDTF">2026-04-25T06:47:06Z</dcterms:created>
  <dcterms:modified xsi:type="dcterms:W3CDTF">2026-04-25T08:39:17Z</dcterms:modified>
</cp:coreProperties>
</file>