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57" d="100"/>
          <a:sy n="57" d="100"/>
        </p:scale>
        <p:origin x="125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5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9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68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0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93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96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5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6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7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29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27981-0301-436A-A607-5CBB559349A7}" type="datetimeFigureOut">
              <a:rPr lang="en-IN" smtClean="0"/>
              <a:t>05/Jun/2026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66AE2-0016-45F0-8FF1-E8BEA1099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484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28715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B65AE5-22C1-4ACC-8658-7B2B92481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286" y="-265340"/>
            <a:ext cx="4303427" cy="678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B65AE5-22C1-4ACC-8658-7B2B92481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286" y="-265340"/>
            <a:ext cx="4303427" cy="678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017E9-12C8-4176-9651-4BE0FAAEF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344" y="-914400"/>
            <a:ext cx="3746080" cy="777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B7CC8-EE3B-42FB-8C76-4EAB14345592}"/>
              </a:ext>
            </a:extLst>
          </p:cNvPr>
          <p:cNvSpPr txBox="1"/>
          <p:nvPr/>
        </p:nvSpPr>
        <p:spPr>
          <a:xfrm>
            <a:off x="845005" y="806440"/>
            <a:ext cx="64171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Broadway" panose="04040905080B02020502" pitchFamily="82" charset="0"/>
              </a:rPr>
              <a:t>Spider-Man is a Marvel Comics superhero created by Stan Lee and Steve Ditko in August 1962. After being bitten by a radioactive spider, teenager Peter Parker gained superhuman abilities. Guided by his motto, "with great power comes great responsibility," he uses his powers to fight crime in New York City. </a:t>
            </a:r>
            <a:endParaRPr lang="en-IN" sz="2400" dirty="0">
              <a:solidFill>
                <a:schemeClr val="tx2">
                  <a:lumMod val="75000"/>
                </a:schemeClr>
              </a:solidFill>
              <a:latin typeface="Broadway" panose="04040905080B020205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3BA029-1FBF-4E72-A1CB-FF89692F5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1" y="2726871"/>
            <a:ext cx="7445827" cy="587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2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CD1B4A-0C7F-4F02-B8A8-7D7AB7569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35" y="50800"/>
            <a:ext cx="9890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4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57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Broadway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5</cp:revision>
  <dcterms:created xsi:type="dcterms:W3CDTF">2026-06-05T05:33:13Z</dcterms:created>
  <dcterms:modified xsi:type="dcterms:W3CDTF">2026-06-05T06:12:35Z</dcterms:modified>
</cp:coreProperties>
</file>