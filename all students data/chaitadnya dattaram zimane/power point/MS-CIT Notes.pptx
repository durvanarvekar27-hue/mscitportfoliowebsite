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E115-D2BB-46CB-BBEE-95B319594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3593E-A79E-424F-812C-ACCE0BF2F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4DA84-C0B1-44EE-8C2D-784A443A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CD1C4-D306-472C-AD78-734D99F1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8DD08-44A2-4C64-A0ED-96E2EACD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6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E171-91BB-440D-AAC9-80A229272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20FA0-F739-4800-B21B-02640CCF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5BB45-41E2-4E3D-8277-3B551DE74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93190-472D-464C-BF6E-F972B4E9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89382-0223-442A-92FA-37A271B0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12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4703-DD57-48A9-B305-5FBAE271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18978-02CE-4C61-94DE-92616BDB3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B38CA-7B31-4C23-8206-29DE9889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748E8-D270-451B-96DA-B0792C16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130A2-55CD-44CE-AAF3-8D65ECB7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9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D806-9C56-45C2-B922-8F2A3E079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67A1B-C073-4963-BA54-259C4D4E2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6D1B4-4870-4B01-968D-0C0465F7C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EBB20-A134-48B9-97FC-FCD95194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E3887-38C6-46AC-83AD-93E1B431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72221-8D00-4C78-B2C3-8B21CC9F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39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F79A-CFBA-4BAE-B377-CA966C8C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F0395-73CD-4933-9989-48DCE70CC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66381-FD17-4BAD-BD98-2D766AD3D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FF4B9-B5B7-489B-9CCF-31B962408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2F2B9-778B-4006-B325-D3ACC39B3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9D934-C0A5-439D-8C20-E17BC465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8C283-939C-406A-AB6D-A0AFF9CA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CFDBB-ADAF-4622-946B-F0E0BDC9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63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C593-2380-4349-AE7D-9F2D9F63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49556-3D57-4C52-8D63-D1DA19CB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177D0-09C2-45E9-819D-2E2CD1B7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5614F-9478-43D0-852E-E850B1CF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6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70805-1241-43CF-BE12-D85C453F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DAACA-D308-442A-BD16-3CE7900C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9D8A-5269-49A0-AB17-3D38F3B1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04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8FDF-950A-4753-87F9-66734417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2C84-1F04-4FC9-9700-FA624354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8AAB2-3843-4CCD-BF30-6016A1B18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F6B52-E297-41B9-8AD5-721C0452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9AE27-9196-4ABC-ADC3-B52B565A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01DB2-C3B8-4FCE-A770-12125843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04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34F8-5BCB-4FFA-986F-9CF94752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81E1F-7DE3-4897-A74F-84173226C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E7074-CB04-4A47-85FA-F671C07FB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ED002-2385-4DD0-93FB-F2F1AABF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336-058A-4941-89F2-703ED7BB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3A879-0A56-48BC-90DC-017CAA48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2E67-F83B-418E-B3CF-31E23A2D6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0517-A108-492F-B56C-445758BFF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709B3-B831-47D8-AE7F-F718197C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6F638-265C-44BE-8AE5-D2787D91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28AE2-8E57-4537-8282-4429F6C7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93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3CD56-399E-47CF-BC2D-014BB7EE2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8ADA3-9C38-4704-8074-6CC433B99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9A5A0-A0BD-4FD1-9FC5-183C7250C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A7448-5CF9-4A25-B41F-247EEA03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83912-1366-47A8-8738-69F1E979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76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9A800-FC25-4DD6-A50D-97907814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99189-BE91-4471-8563-5004E88F3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7A501-8178-47D6-8AFE-9141851AC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0986D-6E21-4F56-9AD7-CDFD78D2B135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D798C-0EEA-4123-8D90-4435AAC80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DBDB-6989-475B-977D-BD1EAE0BC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7416E-5016-4A33-9300-D1193051E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4967FA-CAFF-4B69-A87E-41455052C38B}"/>
              </a:ext>
            </a:extLst>
          </p:cNvPr>
          <p:cNvSpPr txBox="1"/>
          <p:nvPr/>
        </p:nvSpPr>
        <p:spPr>
          <a:xfrm>
            <a:off x="2782711" y="304800"/>
            <a:ext cx="66265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               Session #1 MS-CIT </a:t>
            </a:r>
          </a:p>
          <a:p>
            <a:pPr algn="ctr"/>
            <a:r>
              <a:rPr lang="en-IN" sz="2800" dirty="0"/>
              <a:t>( Basic Computer , </a:t>
            </a:r>
            <a:r>
              <a:rPr lang="en-IN" sz="2800" dirty="0" err="1"/>
              <a:t>SmartPhone</a:t>
            </a:r>
            <a:r>
              <a:rPr lang="en-IN" sz="2800" dirty="0"/>
              <a:t> and Typing Skills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AEA14-9E65-4572-B727-5456924B7F31}"/>
              </a:ext>
            </a:extLst>
          </p:cNvPr>
          <p:cNvSpPr txBox="1"/>
          <p:nvPr/>
        </p:nvSpPr>
        <p:spPr>
          <a:xfrm>
            <a:off x="372532" y="1873955"/>
            <a:ext cx="1126631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dirty="0"/>
              <a:t>Introduction to Computers </a:t>
            </a:r>
          </a:p>
          <a:p>
            <a:r>
              <a:rPr lang="en-IN" sz="2800" dirty="0"/>
              <a:t>-</a:t>
            </a:r>
            <a:r>
              <a:rPr lang="en-IN" dirty="0" err="1"/>
              <a:t>Compuers</a:t>
            </a:r>
            <a:r>
              <a:rPr lang="en-IN" dirty="0"/>
              <a:t> is an electronic device </a:t>
            </a:r>
            <a:r>
              <a:rPr lang="en-IN" dirty="0" err="1"/>
              <a:t>toprocess</a:t>
            </a:r>
            <a:r>
              <a:rPr lang="en-IN" dirty="0"/>
              <a:t> data.</a:t>
            </a:r>
          </a:p>
          <a:p>
            <a:r>
              <a:rPr lang="en-IN" dirty="0"/>
              <a:t>-Works on Input = </a:t>
            </a:r>
            <a:r>
              <a:rPr lang="en-IN" dirty="0" err="1"/>
              <a:t>Prpcess</a:t>
            </a:r>
            <a:r>
              <a:rPr lang="en-IN" dirty="0"/>
              <a:t>=Output cycle.</a:t>
            </a:r>
          </a:p>
          <a:p>
            <a:pPr marL="285750" indent="-285750">
              <a:buFontTx/>
              <a:buChar char="-"/>
            </a:pPr>
            <a:r>
              <a:rPr lang="en-IN" dirty="0"/>
              <a:t>Main features : </a:t>
            </a:r>
          </a:p>
          <a:p>
            <a:r>
              <a:rPr lang="en-IN" sz="1600" dirty="0"/>
              <a:t>                                 1) Speed</a:t>
            </a:r>
          </a:p>
          <a:p>
            <a:r>
              <a:rPr lang="en-IN" sz="1600" dirty="0"/>
              <a:t>                                 2) Accuracy</a:t>
            </a:r>
          </a:p>
          <a:p>
            <a:r>
              <a:rPr lang="en-IN" sz="1600" dirty="0"/>
              <a:t>                                 3) Storage </a:t>
            </a:r>
          </a:p>
          <a:p>
            <a:r>
              <a:rPr lang="en-IN" sz="1600" dirty="0"/>
              <a:t>                                 4) Automation  </a:t>
            </a:r>
          </a:p>
          <a:p>
            <a:endParaRPr lang="en-IN" sz="2400" dirty="0"/>
          </a:p>
          <a:p>
            <a:r>
              <a:rPr lang="en-US" sz="2400" b="1" dirty="0"/>
              <a:t>2. Types of Computers</a:t>
            </a:r>
          </a:p>
          <a:p>
            <a:r>
              <a:rPr lang="en-US" sz="2400" dirty="0"/>
              <a:t>Desktop Computer </a:t>
            </a:r>
          </a:p>
          <a:p>
            <a:r>
              <a:rPr lang="en-US" sz="2400" dirty="0"/>
              <a:t>Laptop </a:t>
            </a:r>
          </a:p>
          <a:p>
            <a:r>
              <a:rPr lang="en-US" sz="2400" dirty="0"/>
              <a:t>Tablet </a:t>
            </a:r>
          </a:p>
          <a:p>
            <a:r>
              <a:rPr lang="en-US" sz="2400" dirty="0"/>
              <a:t>Smartphone</a:t>
            </a:r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  <a:p>
            <a:pPr marL="285750" indent="-28575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80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3A95B6-BB3D-4F5B-996E-28B892CC57CA}"/>
              </a:ext>
            </a:extLst>
          </p:cNvPr>
          <p:cNvSpPr txBox="1"/>
          <p:nvPr/>
        </p:nvSpPr>
        <p:spPr>
          <a:xfrm>
            <a:off x="146755" y="90311"/>
            <a:ext cx="1145822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3. Basic parts of Computers</a:t>
            </a:r>
          </a:p>
          <a:p>
            <a:r>
              <a:rPr lang="en-IN" sz="2400" dirty="0"/>
              <a:t> Input Devices</a:t>
            </a:r>
          </a:p>
          <a:p>
            <a:r>
              <a:rPr lang="en-IN" sz="1600" dirty="0"/>
              <a:t> *</a:t>
            </a:r>
            <a:r>
              <a:rPr lang="en-IN" sz="2400" dirty="0"/>
              <a:t> Keyboard</a:t>
            </a:r>
          </a:p>
          <a:p>
            <a:r>
              <a:rPr lang="en-IN" sz="2400" dirty="0"/>
              <a:t> * Mouse</a:t>
            </a:r>
          </a:p>
          <a:p>
            <a:r>
              <a:rPr lang="en-IN" sz="2400" dirty="0"/>
              <a:t> * Speakers </a:t>
            </a:r>
          </a:p>
          <a:p>
            <a:endParaRPr lang="en-IN" sz="2400" dirty="0"/>
          </a:p>
          <a:p>
            <a:r>
              <a:rPr lang="en-IN" sz="2400" dirty="0"/>
              <a:t>Output Devices</a:t>
            </a:r>
          </a:p>
          <a:p>
            <a:r>
              <a:rPr lang="en-IN" sz="1600" dirty="0"/>
              <a:t>*Monitor</a:t>
            </a:r>
          </a:p>
          <a:p>
            <a:r>
              <a:rPr lang="en-IN" sz="1600" dirty="0"/>
              <a:t>*Printer </a:t>
            </a:r>
          </a:p>
          <a:p>
            <a:r>
              <a:rPr lang="en-IN" sz="1600" dirty="0"/>
              <a:t>*Speakers</a:t>
            </a:r>
          </a:p>
          <a:p>
            <a:endParaRPr lang="en-IN" sz="1600" dirty="0"/>
          </a:p>
          <a:p>
            <a:r>
              <a:rPr lang="en-IN" sz="2400" dirty="0"/>
              <a:t>Processing Unit</a:t>
            </a:r>
          </a:p>
          <a:p>
            <a:r>
              <a:rPr lang="en-IN" sz="1600" dirty="0"/>
              <a:t>*CPU ( Central processing unit )-  Brain of Computers </a:t>
            </a:r>
          </a:p>
          <a:p>
            <a:endParaRPr lang="en-IN" sz="1600" dirty="0"/>
          </a:p>
          <a:p>
            <a:r>
              <a:rPr lang="en-IN" sz="2400" dirty="0"/>
              <a:t>Storage Devices  </a:t>
            </a:r>
          </a:p>
          <a:p>
            <a:r>
              <a:rPr lang="en-IN" sz="1600" dirty="0"/>
              <a:t>*Hard disk </a:t>
            </a:r>
          </a:p>
          <a:p>
            <a:r>
              <a:rPr lang="en-IN" sz="1600" dirty="0"/>
              <a:t>*Pen drive</a:t>
            </a:r>
          </a:p>
          <a:p>
            <a:r>
              <a:rPr lang="en-IN" sz="1600" dirty="0"/>
              <a:t>*Memory card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191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ED8D55-20A3-480A-89F2-B35472002894}"/>
              </a:ext>
            </a:extLst>
          </p:cNvPr>
          <p:cNvSpPr/>
          <p:nvPr/>
        </p:nvSpPr>
        <p:spPr>
          <a:xfrm>
            <a:off x="0" y="0"/>
            <a:ext cx="6096000" cy="60631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dirty="0"/>
              <a:t>4. Smartphone Basics</a:t>
            </a:r>
          </a:p>
          <a:p>
            <a:r>
              <a:rPr lang="en-IN" sz="1600" dirty="0"/>
              <a:t>A smartphone is a handheld computer with internet and apps.</a:t>
            </a:r>
          </a:p>
          <a:p>
            <a:endParaRPr lang="en-IN" b="1" dirty="0"/>
          </a:p>
          <a:p>
            <a:r>
              <a:rPr lang="en-IN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Calling &amp; Messaging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Camera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Internet Browsing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Apps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GPS &amp; Maps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Online Payments </a:t>
            </a:r>
          </a:p>
          <a:p>
            <a:endParaRPr lang="en-IN" b="1" dirty="0"/>
          </a:p>
          <a:p>
            <a:r>
              <a:rPr lang="en-IN" b="1" dirty="0"/>
              <a:t>Common Smartphone Terms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Touchscreen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App/Application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Wi-Fi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Bluetooth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Mobile Data </a:t>
            </a:r>
          </a:p>
          <a:p>
            <a:endParaRPr lang="en-IN" b="1" dirty="0"/>
          </a:p>
          <a:p>
            <a:r>
              <a:rPr lang="en-IN" b="1" dirty="0"/>
              <a:t>Safety Tips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Use strong passwords/PIN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Do not share OTP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Install apps from trusted stores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Keep phone updated</a:t>
            </a:r>
          </a:p>
        </p:txBody>
      </p:sp>
    </p:spTree>
    <p:extLst>
      <p:ext uri="{BB962C8B-B14F-4D97-AF65-F5344CB8AC3E}">
        <p14:creationId xmlns:p14="http://schemas.microsoft.com/office/powerpoint/2010/main" val="343793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CACF4C-535F-4C58-80A7-6DB281D554CB}"/>
              </a:ext>
            </a:extLst>
          </p:cNvPr>
          <p:cNvSpPr/>
          <p:nvPr/>
        </p:nvSpPr>
        <p:spPr>
          <a:xfrm>
            <a:off x="142755" y="111166"/>
            <a:ext cx="6096000" cy="276998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5. Operating System (OS)</a:t>
            </a:r>
          </a:p>
          <a:p>
            <a:r>
              <a:rPr lang="en-US" sz="2000" dirty="0"/>
              <a:t>Software that controls the device.</a:t>
            </a:r>
          </a:p>
          <a:p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Windows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Android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iOS </a:t>
            </a:r>
          </a:p>
          <a:p>
            <a:r>
              <a:rPr lang="en-US" sz="1600" dirty="0"/>
              <a:t>Functions: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Manages hardware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Runs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Stores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9936B-7DF3-47D2-B76E-B3A0E145D007}"/>
              </a:ext>
            </a:extLst>
          </p:cNvPr>
          <p:cNvSpPr/>
          <p:nvPr/>
        </p:nvSpPr>
        <p:spPr>
          <a:xfrm>
            <a:off x="142755" y="2891788"/>
            <a:ext cx="6096000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6. Typing Skills</a:t>
            </a:r>
          </a:p>
          <a:p>
            <a:r>
              <a:rPr lang="en-US" b="1" dirty="0"/>
              <a:t>Correct Typing Posture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Sit straight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 both feet on floor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Wrists relaxed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Look at screen more than keyboard </a:t>
            </a:r>
          </a:p>
          <a:p>
            <a:r>
              <a:rPr lang="en-US" b="1" dirty="0"/>
              <a:t>Home Row Keys</a:t>
            </a:r>
          </a:p>
          <a:p>
            <a:r>
              <a:rPr lang="en-US" dirty="0"/>
              <a:t>Left Hand: </a:t>
            </a:r>
            <a:r>
              <a:rPr lang="en-US" b="1" dirty="0"/>
              <a:t>A S D F</a:t>
            </a:r>
            <a:br>
              <a:rPr lang="en-US" dirty="0"/>
            </a:br>
            <a:r>
              <a:rPr lang="en-US" dirty="0"/>
              <a:t>Right Hand: </a:t>
            </a:r>
            <a:r>
              <a:rPr lang="en-US" b="1" dirty="0"/>
              <a:t>J K L ;</a:t>
            </a:r>
            <a:endParaRPr lang="en-US" dirty="0"/>
          </a:p>
          <a:p>
            <a:r>
              <a:rPr lang="en-US" b="1" dirty="0"/>
              <a:t>Typing Tips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all fingers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Practice regularly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accuracy first, then speed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looking at keyboard continuously </a:t>
            </a:r>
          </a:p>
        </p:txBody>
      </p:sp>
    </p:spTree>
    <p:extLst>
      <p:ext uri="{BB962C8B-B14F-4D97-AF65-F5344CB8AC3E}">
        <p14:creationId xmlns:p14="http://schemas.microsoft.com/office/powerpoint/2010/main" val="367969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37F6B8-396C-42FA-A1A5-CEAE3E014DB3}"/>
              </a:ext>
            </a:extLst>
          </p:cNvPr>
          <p:cNvSpPr/>
          <p:nvPr/>
        </p:nvSpPr>
        <p:spPr>
          <a:xfrm>
            <a:off x="108030" y="92598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sz="2000" b="1" dirty="0"/>
              <a:t>Benefits of Good Typing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productivity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office work and online exams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894262-7C26-4C5B-ADEE-12A2E32FE894}"/>
              </a:ext>
            </a:extLst>
          </p:cNvPr>
          <p:cNvSpPr/>
          <p:nvPr/>
        </p:nvSpPr>
        <p:spPr>
          <a:xfrm>
            <a:off x="108030" y="1431473"/>
            <a:ext cx="6096000" cy="37240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dirty="0"/>
              <a:t>7. Internet Basics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Internet connects computers worldwide.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Used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Searching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Email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Online learning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Banking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Social media </a:t>
            </a:r>
          </a:p>
          <a:p>
            <a:r>
              <a:rPr lang="en-IN" sz="2000" b="1" dirty="0"/>
              <a:t>Browser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Google Chrome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Mozilla Firefox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Microsoft Edge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311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300</Words>
  <Application>Microsoft Office PowerPoint</Application>
  <PresentationFormat>Widescreen</PresentationFormat>
  <Paragraphs>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8</cp:revision>
  <dcterms:created xsi:type="dcterms:W3CDTF">2026-05-21T05:18:09Z</dcterms:created>
  <dcterms:modified xsi:type="dcterms:W3CDTF">2026-05-21T06:17:20Z</dcterms:modified>
</cp:coreProperties>
</file>