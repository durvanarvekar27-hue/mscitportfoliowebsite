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000000"/>
    <a:srgbClr val="663300"/>
    <a:srgbClr val="757575"/>
    <a:srgbClr val="563F6D"/>
    <a:srgbClr val="E3A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59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99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62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17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0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26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66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32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53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19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407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440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75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39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64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538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96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4AB22F-190F-46CD-BCAB-F0760D67FCE1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3BC9A05-548E-4171-8759-64E2DA3DD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688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45A77C-782A-443D-A942-E4A7E505BCE9}"/>
              </a:ext>
            </a:extLst>
          </p:cNvPr>
          <p:cNvSpPr/>
          <p:nvPr/>
        </p:nvSpPr>
        <p:spPr>
          <a:xfrm>
            <a:off x="3763617" y="2602389"/>
            <a:ext cx="4664766" cy="8845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903AA-2E0C-4601-A561-4777E205A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372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Cyber Security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57B31D-78E7-4809-BE58-99B447D0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8165" y="3669187"/>
            <a:ext cx="6815669" cy="1320802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entury725 Cn BT" panose="02040506070705020204" pitchFamily="18" charset="0"/>
              </a:rPr>
              <a:t>SAFETY IN THE DIGITAL WORLD</a:t>
            </a:r>
            <a:endParaRPr lang="en-IN" dirty="0">
              <a:solidFill>
                <a:schemeClr val="accent4">
                  <a:lumMod val="50000"/>
                </a:schemeClr>
              </a:solidFill>
              <a:latin typeface="Century725 Cn BT" panose="020405060707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66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77B5D7-6F87-4A84-BA0A-DD44E86BD536}"/>
              </a:ext>
            </a:extLst>
          </p:cNvPr>
          <p:cNvSpPr txBox="1"/>
          <p:nvPr/>
        </p:nvSpPr>
        <p:spPr>
          <a:xfrm>
            <a:off x="1444487" y="1351721"/>
            <a:ext cx="2915479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Light SemiCondensed" panose="020B0502040204020203" pitchFamily="34" charset="0"/>
              </a:rPr>
              <a:t>Introduction</a:t>
            </a:r>
            <a:endParaRPr lang="en-IN" sz="4000" dirty="0">
              <a:latin typeface="Bahnschrift Light Semi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1AF68-D1B7-404E-BE56-32F0F6E30040}"/>
              </a:ext>
            </a:extLst>
          </p:cNvPr>
          <p:cNvSpPr txBox="1"/>
          <p:nvPr/>
        </p:nvSpPr>
        <p:spPr>
          <a:xfrm>
            <a:off x="1325216" y="2358888"/>
            <a:ext cx="7964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Cyber security means protecting computers, </a:t>
            </a:r>
            <a:r>
              <a:rPr lang="en-US" dirty="0" err="1"/>
              <a:t>mobaile</a:t>
            </a:r>
            <a:r>
              <a:rPr lang="en-US" dirty="0"/>
              <a:t> phones, networks, and data from hacking and viruses. It helps keep our personal information safe on the internet</a:t>
            </a:r>
          </a:p>
          <a:p>
            <a:r>
              <a:rPr lang="en-US" dirty="0"/>
              <a:t>Today cyber security is very important in daily life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54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AE6067-36D4-4FFC-AFE7-31303242E23D}"/>
              </a:ext>
            </a:extLst>
          </p:cNvPr>
          <p:cNvSpPr txBox="1"/>
          <p:nvPr/>
        </p:nvSpPr>
        <p:spPr>
          <a:xfrm>
            <a:off x="1404730" y="1351721"/>
            <a:ext cx="2822714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Light SemiCondensed" panose="020B0502040204020203" pitchFamily="34" charset="0"/>
              </a:rPr>
              <a:t>Importance</a:t>
            </a:r>
            <a:endParaRPr lang="en-IN" sz="4000" dirty="0">
              <a:latin typeface="Bahnschrift Light Semi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8D5023-5C8C-4B88-B3AD-A66A5586C8FE}"/>
              </a:ext>
            </a:extLst>
          </p:cNvPr>
          <p:cNvSpPr txBox="1"/>
          <p:nvPr/>
        </p:nvSpPr>
        <p:spPr>
          <a:xfrm>
            <a:off x="1467676" y="2413337"/>
            <a:ext cx="41611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Protects personal data</a:t>
            </a:r>
          </a:p>
          <a:p>
            <a:endParaRPr lang="en-US" dirty="0"/>
          </a:p>
          <a:p>
            <a:r>
              <a:rPr lang="en-US" dirty="0"/>
              <a:t> Safe online banking</a:t>
            </a:r>
          </a:p>
          <a:p>
            <a:endParaRPr lang="en-US" dirty="0"/>
          </a:p>
          <a:p>
            <a:r>
              <a:rPr lang="en-US" dirty="0"/>
              <a:t> Prevents social media accounts</a:t>
            </a:r>
          </a:p>
          <a:p>
            <a:endParaRPr lang="en-US" dirty="0"/>
          </a:p>
          <a:p>
            <a:r>
              <a:rPr lang="en-US" dirty="0"/>
              <a:t> Keep government and company data safe </a:t>
            </a:r>
            <a:endParaRPr lang="en-IN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867176E-DA07-4635-9D34-ABEC1504CB2D}"/>
              </a:ext>
            </a:extLst>
          </p:cNvPr>
          <p:cNvSpPr/>
          <p:nvPr/>
        </p:nvSpPr>
        <p:spPr>
          <a:xfrm>
            <a:off x="1404730" y="2570922"/>
            <a:ext cx="62947" cy="53008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90DE6637-35E2-449B-A680-F2BC934453BE}"/>
              </a:ext>
            </a:extLst>
          </p:cNvPr>
          <p:cNvSpPr/>
          <p:nvPr/>
        </p:nvSpPr>
        <p:spPr>
          <a:xfrm>
            <a:off x="1417981" y="3120886"/>
            <a:ext cx="62947" cy="53008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1B8945AC-BF5D-42B2-83C6-F8C157A9D04E}"/>
              </a:ext>
            </a:extLst>
          </p:cNvPr>
          <p:cNvSpPr/>
          <p:nvPr/>
        </p:nvSpPr>
        <p:spPr>
          <a:xfrm>
            <a:off x="1436203" y="3644346"/>
            <a:ext cx="62947" cy="53008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0A44D6D-1B2F-4FFE-8D12-2C05478A6907}"/>
              </a:ext>
            </a:extLst>
          </p:cNvPr>
          <p:cNvSpPr/>
          <p:nvPr/>
        </p:nvSpPr>
        <p:spPr>
          <a:xfrm>
            <a:off x="1417981" y="4208669"/>
            <a:ext cx="62947" cy="53008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25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586EC6-EA90-4A40-96BA-3CDEE54C8AA9}"/>
              </a:ext>
            </a:extLst>
          </p:cNvPr>
          <p:cNvSpPr txBox="1"/>
          <p:nvPr/>
        </p:nvSpPr>
        <p:spPr>
          <a:xfrm>
            <a:off x="1338467" y="1417981"/>
            <a:ext cx="5194853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Light SemiCondensed" panose="020B0502040204020203" pitchFamily="34" charset="0"/>
              </a:rPr>
              <a:t>Types of cyber threats</a:t>
            </a:r>
            <a:endParaRPr lang="en-IN" sz="4000" dirty="0"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AFBB4-CC8C-4224-A8F2-518528C8F9FB}"/>
              </a:ext>
            </a:extLst>
          </p:cNvPr>
          <p:cNvSpPr txBox="1"/>
          <p:nvPr/>
        </p:nvSpPr>
        <p:spPr>
          <a:xfrm>
            <a:off x="1338467" y="2478156"/>
            <a:ext cx="71296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Virus – Damages computer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Hacking – Stealing account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Phishing – Fake message / links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Malware – Harmful software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Cyberbullying – Harassment online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97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6D3517-2586-4D51-AF89-CAC472570207}"/>
              </a:ext>
            </a:extLst>
          </p:cNvPr>
          <p:cNvSpPr txBox="1"/>
          <p:nvPr/>
        </p:nvSpPr>
        <p:spPr>
          <a:xfrm>
            <a:off x="1311964" y="1404730"/>
            <a:ext cx="5049078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Light SemiCondensed" panose="020B0502040204020203" pitchFamily="34" charset="0"/>
              </a:rPr>
              <a:t>Ways to stay safe online</a:t>
            </a:r>
            <a:endParaRPr lang="en-IN" sz="4000" dirty="0">
              <a:latin typeface="Bahnschrift Light Semi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A36EF-29B4-4E5F-B4F5-E429BE90733C}"/>
              </a:ext>
            </a:extLst>
          </p:cNvPr>
          <p:cNvSpPr txBox="1"/>
          <p:nvPr/>
        </p:nvSpPr>
        <p:spPr>
          <a:xfrm>
            <a:off x="1471978" y="2629159"/>
            <a:ext cx="86271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Use strong passwords </a:t>
            </a:r>
          </a:p>
          <a:p>
            <a:endParaRPr lang="en-US" dirty="0"/>
          </a:p>
          <a:p>
            <a:r>
              <a:rPr lang="en-US" dirty="0"/>
              <a:t> Do not share OTP</a:t>
            </a:r>
          </a:p>
          <a:p>
            <a:endParaRPr lang="en-US" dirty="0"/>
          </a:p>
          <a:p>
            <a:r>
              <a:rPr lang="en-US" dirty="0"/>
              <a:t> Install antivirus </a:t>
            </a:r>
          </a:p>
          <a:p>
            <a:endParaRPr lang="en-US" dirty="0"/>
          </a:p>
          <a:p>
            <a:r>
              <a:rPr lang="en-US" dirty="0"/>
              <a:t> Avoid unknown links</a:t>
            </a:r>
          </a:p>
          <a:p>
            <a:endParaRPr lang="en-US" dirty="0"/>
          </a:p>
          <a:p>
            <a:r>
              <a:rPr lang="en-US" dirty="0"/>
              <a:t> Use secure websites [https] 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6EE6E01-41A6-4BF6-97E5-A03FECF512B1}"/>
              </a:ext>
            </a:extLst>
          </p:cNvPr>
          <p:cNvSpPr/>
          <p:nvPr/>
        </p:nvSpPr>
        <p:spPr>
          <a:xfrm>
            <a:off x="1382517" y="2827866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74E618D-0E83-4C57-936F-E198483A7332}"/>
              </a:ext>
            </a:extLst>
          </p:cNvPr>
          <p:cNvSpPr/>
          <p:nvPr/>
        </p:nvSpPr>
        <p:spPr>
          <a:xfrm flipV="1">
            <a:off x="1382514" y="3383002"/>
            <a:ext cx="45719" cy="45719"/>
          </a:xfrm>
          <a:prstGeom prst="flowChartConnector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5B060473-D384-4650-BE0C-E2C3B2226229}"/>
              </a:ext>
            </a:extLst>
          </p:cNvPr>
          <p:cNvSpPr/>
          <p:nvPr/>
        </p:nvSpPr>
        <p:spPr>
          <a:xfrm>
            <a:off x="1403401" y="3898962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1212368E-4223-4905-88E7-7C5020DD5438}"/>
              </a:ext>
            </a:extLst>
          </p:cNvPr>
          <p:cNvSpPr/>
          <p:nvPr/>
        </p:nvSpPr>
        <p:spPr>
          <a:xfrm>
            <a:off x="1426260" y="4454098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69B951-AAD8-4C49-B86B-C9446B2F2996}"/>
              </a:ext>
            </a:extLst>
          </p:cNvPr>
          <p:cNvSpPr/>
          <p:nvPr/>
        </p:nvSpPr>
        <p:spPr>
          <a:xfrm>
            <a:off x="1426259" y="5009234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7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61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045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116</TotalTime>
  <Words>120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Bahnschrift Light SemiCondensed</vt:lpstr>
      <vt:lpstr>Century725 Cn BT</vt:lpstr>
      <vt:lpstr>Garamond</vt:lpstr>
      <vt:lpstr>Organic</vt:lpstr>
      <vt:lpstr>Cyber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Maaya-14</dc:creator>
  <cp:lastModifiedBy>Maaya-14</cp:lastModifiedBy>
  <cp:revision>14</cp:revision>
  <dcterms:created xsi:type="dcterms:W3CDTF">2026-03-24T09:55:59Z</dcterms:created>
  <dcterms:modified xsi:type="dcterms:W3CDTF">2026-03-24T11:52:53Z</dcterms:modified>
</cp:coreProperties>
</file>