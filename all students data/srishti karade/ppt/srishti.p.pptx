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0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06FA-5108-497B-B487-40246A5882F3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9BE94-6B57-4B7E-95E7-BA4005C66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906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2CB4-98F2-4A87-AFB1-1424DB0C3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63FCB2-ECCD-47EF-A8B0-34A046180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9B735-4A2D-4435-84D0-D9950ABF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8D0A6-C434-46A2-BEF8-28905A6FF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AD6D7-27B6-47C4-831C-8F406CFD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295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6A458-8A63-4EC6-9B3E-23EB9B977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54497-80D1-4BB2-A642-769394650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C8875-D6A4-4982-AC25-D5AECF639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C0FB1-B6D0-48C1-898D-41BC562F3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0035A-2C32-4E1E-A412-37DFB3EA0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409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D8D4-4B61-4FD9-B924-D15673F7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C9731-8D81-4408-BA56-4C5C9802B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0EC42-94D0-450C-AA7F-09DF6AE5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A8382-E7DC-453F-9074-B55FA7659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5D933-8B8A-43C6-AD22-5C15FF2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150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4035-F060-475F-83D4-F66FC259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57AE7-74F1-4364-806B-96684AF85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D4372-FB07-4FA0-9847-52E374CB6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758AF-15E2-434E-8D64-10CC88E57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93BD7-4618-44BA-A5C9-9E6D6E907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40F9F-44E3-4B83-B217-2DF4734D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804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92D0-9092-4F61-A3D8-D87691A9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49604-C9D9-4611-97FC-5C9D626B0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BC48E-6980-4BAE-8A47-D2B1893AA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61147D-91E9-4059-A11A-5AA091405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0D5C55-56D5-41A0-B550-C5B25F4F8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DA8C36-0AAE-4941-ABF8-03EF54E77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6EBA7-49CA-4CDD-A4A1-DEF4BBE6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A66EB-4525-4C4A-8B60-E315E352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234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70C20-6767-4166-8451-F3680C343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F26A70-B239-4A39-A023-6CC8CF78B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3213F6-9859-404C-BF51-53AB38E8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D131D-25ED-460C-8F82-E64902BC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171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D050A8-A4F1-4B64-B784-AAC0A1ED3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55456-0906-477D-88F9-5A583FB3E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17379-8C2E-4273-A8E8-8C528056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647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73DE4-4DBA-4655-BED8-AE2773797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209B-62EF-44A8-8EF7-C39937898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C7322-6D86-4F9A-971D-3B23FC341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F5B3C-2B5C-4CC5-BA47-A9B94EDE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82D17-2665-4697-9DAF-1452E7D2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A1987-C3FF-4935-BF80-0C749C49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51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6F72-89DB-470D-A247-856B307E2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D7F337-1FFA-4A10-9F82-AD4BF69C1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2F6E8-3F83-4DE3-AC33-C53481498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AAAAF-1694-41F7-A0B4-5EDA9AC6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5CD80-EE6A-48A1-B79C-E469CF7B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11942-F63B-47EE-B11B-08190C3E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012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D628-8D89-4174-A9F0-63844A2D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91C26-DCCD-4082-A88E-6E2060C97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4ECDB-22FF-4CEC-86AE-2E981A25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B3A69-3281-4C0B-973C-188088A1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1DF74-24F5-40D7-9F16-6A799ED9A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03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17EDB1-31D7-4B7B-82E9-40FAB06FD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0D612-A7E6-4D11-8816-34294A3C9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EE464-E1A3-4595-ACFE-D5EEDA1B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B0503-9102-4195-B89F-4AE59FB0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A0ACD-472F-4F46-AA6B-6DB9E772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77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C2971-BDED-4306-AA04-70248931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97DD9-23B5-4AF2-8425-E2A4403F2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B3FCF-B5C7-4D92-B4ED-5D6D2E97B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2E62E-2E72-48EF-9549-964778A6516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C17BF-FB10-4AB2-ADD2-999E40EF9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0BC0A-2B00-4AB7-ABB1-A63C213D6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6BBD6-7480-411A-B515-5866B0029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363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764927" TargetMode="External"/><Relationship Id="rId7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764927" TargetMode="External"/><Relationship Id="rId7" Type="http://schemas.openxmlformats.org/officeDocument/2006/relationships/image" Target="../media/image4.bin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764927" TargetMode="External"/><Relationship Id="rId7" Type="http://schemas.openxmlformats.org/officeDocument/2006/relationships/image" Target="../media/image4.bin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764927" TargetMode="External"/><Relationship Id="rId7" Type="http://schemas.openxmlformats.org/officeDocument/2006/relationships/image" Target="../media/image4.bin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764927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385F26-31F2-4958-B043-2943C2984C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8C71C6-339C-4948-A05F-DBAD3D31A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94" b="89691" l="4156" r="92727">
                        <a14:foregroundMark x1="7532" y1="45361" x2="7792" y2="52062"/>
                        <a14:foregroundMark x1="5974" y1="79381" x2="11284" y2="78601"/>
                        <a14:foregroundMark x1="4416" y1="52062" x2="6234" y2="52577"/>
                        <a14:foregroundMark x1="64675" y1="30928" x2="54286" y2="53093"/>
                        <a14:foregroundMark x1="88312" y1="32990" x2="81039" y2="51031"/>
                        <a14:foregroundMark x1="92987" y1="28351" x2="92987" y2="31443"/>
                        <a14:foregroundMark x1="4156" y1="76289" x2="5455" y2="76804"/>
                        <a14:backgroundMark x1="12727" y1="79381" x2="12727" y2="79381"/>
                        <a14:backgroundMark x1="11688" y1="80928" x2="16883" y2="78866"/>
                        <a14:backgroundMark x1="10649" y1="80928" x2="14286" y2="788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83" y="6858000"/>
            <a:ext cx="3555834" cy="17917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313299-168A-4FAC-9643-399C21115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712" y="-3233584"/>
            <a:ext cx="3038168" cy="303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027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385F26-31F2-4958-B043-2943C2984C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28BEE1-E16D-4404-BDE2-7E3931D7D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346858" y="0"/>
            <a:ext cx="4636030" cy="6858000"/>
          </a:xfrm>
          <a:prstGeom prst="parallelogram">
            <a:avLst>
              <a:gd name="adj" fmla="val 26715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1C22BD-EAD8-43CF-B842-921FCD25D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67618" y="265043"/>
            <a:ext cx="11249623" cy="6327913"/>
          </a:xfrm>
          <a:prstGeom prst="rect">
            <a:avLst/>
          </a:prstGeom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904DAB99-7C16-4807-A336-D29B95949E5F}"/>
              </a:ext>
            </a:extLst>
          </p:cNvPr>
          <p:cNvSpPr/>
          <p:nvPr/>
        </p:nvSpPr>
        <p:spPr>
          <a:xfrm>
            <a:off x="6345848" y="8792919"/>
            <a:ext cx="3757708" cy="1936041"/>
          </a:xfrm>
          <a:prstGeom prst="parallelogram">
            <a:avLst>
              <a:gd name="adj" fmla="val 1847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FA63C-E95A-41D9-B7E4-0788F4186384}"/>
              </a:ext>
            </a:extLst>
          </p:cNvPr>
          <p:cNvSpPr txBox="1"/>
          <p:nvPr/>
        </p:nvSpPr>
        <p:spPr>
          <a:xfrm>
            <a:off x="-5589767" y="265043"/>
            <a:ext cx="219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991 Turbo S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B68CB-51B5-4B4B-8013-1CFA533FA031}"/>
              </a:ext>
            </a:extLst>
          </p:cNvPr>
          <p:cNvSpPr txBox="1"/>
          <p:nvPr/>
        </p:nvSpPr>
        <p:spPr>
          <a:xfrm>
            <a:off x="-5589767" y="611616"/>
            <a:ext cx="42057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Our engineers like to talk about the most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perfeact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sports car ever. Incredible performance, whilst being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confortable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fully suitable for everyday use. The 991 Turbo models continue this philosophy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8C71C6-339C-4948-A05F-DBAD3D31A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94" b="89691" l="4156" r="92727">
                        <a14:foregroundMark x1="7532" y1="45361" x2="7792" y2="52062"/>
                        <a14:foregroundMark x1="5974" y1="79381" x2="11284" y2="78601"/>
                        <a14:foregroundMark x1="4416" y1="52062" x2="6234" y2="52577"/>
                        <a14:foregroundMark x1="64675" y1="30928" x2="54286" y2="53093"/>
                        <a14:foregroundMark x1="88312" y1="32990" x2="81039" y2="51031"/>
                        <a14:foregroundMark x1="92987" y1="28351" x2="92987" y2="31443"/>
                        <a14:foregroundMark x1="4156" y1="76289" x2="5455" y2="76804"/>
                        <a14:backgroundMark x1="12727" y1="79381" x2="12727" y2="79381"/>
                        <a14:backgroundMark x1="11688" y1="80928" x2="16883" y2="78866"/>
                        <a14:backgroundMark x1="10649" y1="80928" x2="14286" y2="788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879" y="3429000"/>
            <a:ext cx="3555834" cy="17917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D80255-C97A-4728-A27A-399629EAE1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712" y="813103"/>
            <a:ext cx="3038168" cy="303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69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385F26-31F2-4958-B043-2943C2984C9F}"/>
              </a:ext>
            </a:extLst>
          </p:cNvPr>
          <p:cNvSpPr/>
          <p:nvPr/>
        </p:nvSpPr>
        <p:spPr>
          <a:xfrm>
            <a:off x="-242888" y="-438717"/>
            <a:ext cx="12718370" cy="7378246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28BEE1-E16D-4404-BDE2-7E3931D7D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30618" y="0"/>
            <a:ext cx="4636030" cy="6858000"/>
          </a:xfrm>
          <a:prstGeom prst="parallelogram">
            <a:avLst>
              <a:gd name="adj" fmla="val 26715"/>
            </a:avLst>
          </a:prstGeom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904DAB99-7C16-4807-A336-D29B95949E5F}"/>
              </a:ext>
            </a:extLst>
          </p:cNvPr>
          <p:cNvSpPr/>
          <p:nvPr/>
        </p:nvSpPr>
        <p:spPr>
          <a:xfrm>
            <a:off x="6345848" y="4921959"/>
            <a:ext cx="3757708" cy="1936041"/>
          </a:xfrm>
          <a:prstGeom prst="parallelogram">
            <a:avLst>
              <a:gd name="adj" fmla="val 1847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FA63C-E95A-41D9-B7E4-0788F4186384}"/>
              </a:ext>
            </a:extLst>
          </p:cNvPr>
          <p:cNvSpPr txBox="1"/>
          <p:nvPr/>
        </p:nvSpPr>
        <p:spPr>
          <a:xfrm>
            <a:off x="993913" y="265043"/>
            <a:ext cx="219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991 Turbo S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B68CB-51B5-4B4B-8013-1CFA533FA031}"/>
              </a:ext>
            </a:extLst>
          </p:cNvPr>
          <p:cNvSpPr txBox="1"/>
          <p:nvPr/>
        </p:nvSpPr>
        <p:spPr>
          <a:xfrm>
            <a:off x="993913" y="611616"/>
            <a:ext cx="42057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Our engineers like to talk about the most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perfeact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sports car ever. Incredible performance, whilst being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confortable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fully suitable for everyday use. The 991 Turbo models continue this philosophy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1BCFBE-9B86-470D-969F-8A04617E1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94" b="89691" l="4156" r="92727">
                        <a14:foregroundMark x1="7532" y1="45361" x2="7792" y2="52062"/>
                        <a14:foregroundMark x1="5974" y1="79381" x2="11284" y2="78601"/>
                        <a14:foregroundMark x1="4416" y1="52062" x2="6234" y2="52577"/>
                        <a14:foregroundMark x1="64675" y1="30928" x2="54286" y2="53093"/>
                        <a14:foregroundMark x1="88312" y1="32990" x2="81039" y2="51031"/>
                        <a14:foregroundMark x1="92987" y1="28351" x2="92987" y2="31443"/>
                        <a14:foregroundMark x1="4156" y1="76289" x2="5455" y2="76804"/>
                        <a14:backgroundMark x1="12727" y1="79381" x2="12727" y2="79381"/>
                        <a14:backgroundMark x1="11688" y1="80928" x2="16883" y2="78866"/>
                        <a14:backgroundMark x1="10649" y1="80928" x2="14286" y2="788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060" y="1170921"/>
            <a:ext cx="5260709" cy="2650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EFA7F9-1D1C-4DC6-AAF5-64968D870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941" y="152911"/>
            <a:ext cx="1018010" cy="10180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1C22BD-EAD8-43CF-B842-921FCD25DF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104" y="611616"/>
            <a:ext cx="11249623" cy="632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29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385F26-31F2-4958-B043-2943C2984C9F}"/>
              </a:ext>
            </a:extLst>
          </p:cNvPr>
          <p:cNvSpPr/>
          <p:nvPr/>
        </p:nvSpPr>
        <p:spPr>
          <a:xfrm>
            <a:off x="0" y="-39244"/>
            <a:ext cx="12192000" cy="7050156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28BEE1-E16D-4404-BDE2-7E3931D7D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4684469" y="-20707"/>
            <a:ext cx="4636030" cy="6858000"/>
          </a:xfrm>
          <a:prstGeom prst="parallelogram">
            <a:avLst>
              <a:gd name="adj" fmla="val 26715"/>
            </a:avLst>
          </a:prstGeom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904DAB99-7C16-4807-A336-D29B95949E5F}"/>
              </a:ext>
            </a:extLst>
          </p:cNvPr>
          <p:cNvSpPr/>
          <p:nvPr/>
        </p:nvSpPr>
        <p:spPr>
          <a:xfrm>
            <a:off x="-4684469" y="4881691"/>
            <a:ext cx="3757708" cy="1936041"/>
          </a:xfrm>
          <a:prstGeom prst="parallelogram">
            <a:avLst>
              <a:gd name="adj" fmla="val 1847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1BCFBE-9B86-470D-969F-8A04617E1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94" b="89691" l="4156" r="92727">
                        <a14:foregroundMark x1="7532" y1="45361" x2="7792" y2="52062"/>
                        <a14:foregroundMark x1="5974" y1="79381" x2="11284" y2="78601"/>
                        <a14:foregroundMark x1="4416" y1="52062" x2="6234" y2="52577"/>
                        <a14:foregroundMark x1="64675" y1="30928" x2="54286" y2="53093"/>
                        <a14:foregroundMark x1="88312" y1="32990" x2="81039" y2="51031"/>
                        <a14:foregroundMark x1="92987" y1="28351" x2="92987" y2="31443"/>
                        <a14:foregroundMark x1="4156" y1="76289" x2="5455" y2="76804"/>
                        <a14:backgroundMark x1="12727" y1="79381" x2="12727" y2="79381"/>
                        <a14:backgroundMark x1="11688" y1="80928" x2="16883" y2="78866"/>
                        <a14:backgroundMark x1="10649" y1="80928" x2="14286" y2="788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53" y="1046442"/>
            <a:ext cx="587282" cy="2959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EFA7F9-1D1C-4DC6-AAF5-64968D870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941" y="152911"/>
            <a:ext cx="1018010" cy="10180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1C22BD-EAD8-43CF-B842-921FCD25DF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76644" y="-40269"/>
            <a:ext cx="13011893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DAE92B-3E2C-4660-A3C5-37A712379566}"/>
              </a:ext>
            </a:extLst>
          </p:cNvPr>
          <p:cNvSpPr txBox="1"/>
          <p:nvPr/>
        </p:nvSpPr>
        <p:spPr>
          <a:xfrm>
            <a:off x="5515690" y="470731"/>
            <a:ext cx="1873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performance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2D912C-A516-4CF8-83FC-1534BB6EA8AF}"/>
              </a:ext>
            </a:extLst>
          </p:cNvPr>
          <p:cNvSpPr txBox="1"/>
          <p:nvPr/>
        </p:nvSpPr>
        <p:spPr>
          <a:xfrm>
            <a:off x="5503446" y="960317"/>
            <a:ext cx="5691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Porsche, the finish line is just a stepping stone in the continuous pursuit of further improvement.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418309-9304-42F7-9232-CCCAE732F33C}"/>
              </a:ext>
            </a:extLst>
          </p:cNvPr>
          <p:cNvSpPr txBox="1"/>
          <p:nvPr/>
        </p:nvSpPr>
        <p:spPr>
          <a:xfrm>
            <a:off x="5448353" y="1952389"/>
            <a:ext cx="10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Desing</a:t>
            </a:r>
            <a:endParaRPr lang="en-IN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2D3223-B2AC-4E0C-AE5C-FB43D6A3239D}"/>
              </a:ext>
            </a:extLst>
          </p:cNvPr>
          <p:cNvSpPr txBox="1"/>
          <p:nvPr/>
        </p:nvSpPr>
        <p:spPr>
          <a:xfrm>
            <a:off x="5503446" y="2520082"/>
            <a:ext cx="4783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every angle a traditional athletic form: every detail combines timeless desing with contemporary style.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DF0B64-BD6C-473B-9F79-2DD1669A8AE5}"/>
              </a:ext>
            </a:extLst>
          </p:cNvPr>
          <p:cNvSpPr txBox="1"/>
          <p:nvPr/>
        </p:nvSpPr>
        <p:spPr>
          <a:xfrm>
            <a:off x="5515690" y="3962400"/>
            <a:ext cx="1213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Comfort</a:t>
            </a:r>
            <a:endParaRPr lang="en-IN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B1E958-377F-4907-8B4D-986B6DCB9746}"/>
              </a:ext>
            </a:extLst>
          </p:cNvPr>
          <p:cNvSpPr txBox="1"/>
          <p:nvPr/>
        </p:nvSpPr>
        <p:spPr>
          <a:xfrm>
            <a:off x="5503446" y="4420026"/>
            <a:ext cx="5691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Everyting new? Everything the same? Neither. The interior combines what has characterized the 911 Turbo for over 45 years with the possibilities of today.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235304-A28F-4FD4-B44A-9D4D35B1C4AB}"/>
              </a:ext>
            </a:extLst>
          </p:cNvPr>
          <p:cNvSpPr txBox="1"/>
          <p:nvPr/>
        </p:nvSpPr>
        <p:spPr>
          <a:xfrm>
            <a:off x="1038120" y="584777"/>
            <a:ext cx="3116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Turbo S</a:t>
            </a:r>
            <a:endParaRPr lang="en-IN" sz="54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EB8F78D-FEE9-4098-8A48-631E5F752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94" b="89691" l="4156" r="92727">
                        <a14:foregroundMark x1="7532" y1="45361" x2="7792" y2="52062"/>
                        <a14:foregroundMark x1="5974" y1="79381" x2="11284" y2="78601"/>
                        <a14:foregroundMark x1="4416" y1="52062" x2="6234" y2="52577"/>
                        <a14:foregroundMark x1="64675" y1="30928" x2="54286" y2="53093"/>
                        <a14:foregroundMark x1="88312" y1="32990" x2="81039" y2="51031"/>
                        <a14:foregroundMark x1="92987" y1="28351" x2="92987" y2="31443"/>
                        <a14:foregroundMark x1="4156" y1="76289" x2="5455" y2="76804"/>
                        <a14:backgroundMark x1="12727" y1="79381" x2="12727" y2="79381"/>
                        <a14:backgroundMark x1="11688" y1="80928" x2="16883" y2="78866"/>
                        <a14:backgroundMark x1="10649" y1="80928" x2="14286" y2="788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53" y="-1906308"/>
            <a:ext cx="587282" cy="29592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961E3E3-F40B-4211-84D0-9B160AF7C7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941" y="-2799839"/>
            <a:ext cx="1018010" cy="10180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A6132D6-519D-40E1-A588-BE659F4D09DE}"/>
              </a:ext>
            </a:extLst>
          </p:cNvPr>
          <p:cNvSpPr txBox="1"/>
          <p:nvPr/>
        </p:nvSpPr>
        <p:spPr>
          <a:xfrm>
            <a:off x="1426805" y="-2238448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60 4HP</a:t>
            </a:r>
            <a:endParaRPr lang="en-IN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369F98-9184-48D9-9767-63BFD916F2AD}"/>
              </a:ext>
            </a:extLst>
          </p:cNvPr>
          <p:cNvSpPr txBox="1"/>
          <p:nvPr/>
        </p:nvSpPr>
        <p:spPr>
          <a:xfrm>
            <a:off x="1193851" y="-1526337"/>
            <a:ext cx="2317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Maximum power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F30F0A-D8EA-4B6A-A216-9A0D353326AA}"/>
              </a:ext>
            </a:extLst>
          </p:cNvPr>
          <p:cNvSpPr txBox="1"/>
          <p:nvPr/>
        </p:nvSpPr>
        <p:spPr>
          <a:xfrm>
            <a:off x="5235436" y="-2288262"/>
            <a:ext cx="1053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2,6 s</a:t>
            </a:r>
            <a:endParaRPr lang="en-IN" sz="3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F1D8B9-7000-4DB8-8FC6-D7C9136F95B9}"/>
              </a:ext>
            </a:extLst>
          </p:cNvPr>
          <p:cNvSpPr txBox="1"/>
          <p:nvPr/>
        </p:nvSpPr>
        <p:spPr>
          <a:xfrm>
            <a:off x="5107985" y="-1562289"/>
            <a:ext cx="2317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0-60 mph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973B33-6349-4C1D-BE04-EC729ADEB671}"/>
              </a:ext>
            </a:extLst>
          </p:cNvPr>
          <p:cNvSpPr txBox="1"/>
          <p:nvPr/>
        </p:nvSpPr>
        <p:spPr>
          <a:xfrm>
            <a:off x="8188424" y="-2256710"/>
            <a:ext cx="194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205 mph</a:t>
            </a:r>
            <a:endParaRPr lang="en-IN" sz="3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5ED51-9DE2-463C-9465-42134231C557}"/>
              </a:ext>
            </a:extLst>
          </p:cNvPr>
          <p:cNvSpPr txBox="1"/>
          <p:nvPr/>
        </p:nvSpPr>
        <p:spPr>
          <a:xfrm>
            <a:off x="8095563" y="-1592117"/>
            <a:ext cx="2141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 track speed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159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385F26-31F2-4958-B043-2943C2984C9F}"/>
              </a:ext>
            </a:extLst>
          </p:cNvPr>
          <p:cNvSpPr/>
          <p:nvPr/>
        </p:nvSpPr>
        <p:spPr>
          <a:xfrm>
            <a:off x="36323" y="-20707"/>
            <a:ext cx="12192000" cy="7050156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28BEE1-E16D-4404-BDE2-7E3931D7D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4684469" y="-20707"/>
            <a:ext cx="4636030" cy="6858000"/>
          </a:xfrm>
          <a:prstGeom prst="parallelogram">
            <a:avLst>
              <a:gd name="adj" fmla="val 26715"/>
            </a:avLst>
          </a:prstGeom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904DAB99-7C16-4807-A336-D29B95949E5F}"/>
              </a:ext>
            </a:extLst>
          </p:cNvPr>
          <p:cNvSpPr/>
          <p:nvPr/>
        </p:nvSpPr>
        <p:spPr>
          <a:xfrm>
            <a:off x="-4684469" y="4881691"/>
            <a:ext cx="3757708" cy="1936041"/>
          </a:xfrm>
          <a:prstGeom prst="parallelogram">
            <a:avLst>
              <a:gd name="adj" fmla="val 1847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1BCFBE-9B86-470D-969F-8A04617E1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94" b="89691" l="4156" r="92727">
                        <a14:foregroundMark x1="7532" y1="45361" x2="7792" y2="52062"/>
                        <a14:foregroundMark x1="5974" y1="79381" x2="11284" y2="78601"/>
                        <a14:foregroundMark x1="4416" y1="52062" x2="6234" y2="52577"/>
                        <a14:foregroundMark x1="64675" y1="30928" x2="54286" y2="53093"/>
                        <a14:foregroundMark x1="88312" y1="32990" x2="81039" y2="51031"/>
                        <a14:foregroundMark x1="92987" y1="28351" x2="92987" y2="31443"/>
                        <a14:foregroundMark x1="4156" y1="76289" x2="5455" y2="76804"/>
                        <a14:backgroundMark x1="12727" y1="79381" x2="12727" y2="79381"/>
                        <a14:backgroundMark x1="11688" y1="80928" x2="16883" y2="78866"/>
                        <a14:backgroundMark x1="10649" y1="80928" x2="14286" y2="788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53" y="1046442"/>
            <a:ext cx="587282" cy="2959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EFA7F9-1D1C-4DC6-AAF5-64968D870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941" y="152911"/>
            <a:ext cx="1018010" cy="10180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1C22BD-EAD8-43CF-B842-921FCD25DF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8" y="1194406"/>
            <a:ext cx="13011893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997E3C-CE9B-4442-98BB-98F28B668FF1}"/>
              </a:ext>
            </a:extLst>
          </p:cNvPr>
          <p:cNvSpPr txBox="1"/>
          <p:nvPr/>
        </p:nvSpPr>
        <p:spPr>
          <a:xfrm>
            <a:off x="1426805" y="714302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60 4HP</a:t>
            </a:r>
            <a:endParaRPr lang="en-IN" sz="3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F7D044-9CE9-4C42-A83C-C3C47A18DB64}"/>
              </a:ext>
            </a:extLst>
          </p:cNvPr>
          <p:cNvSpPr txBox="1"/>
          <p:nvPr/>
        </p:nvSpPr>
        <p:spPr>
          <a:xfrm>
            <a:off x="1193851" y="1426413"/>
            <a:ext cx="2317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Maximum power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0802D6-043C-40CF-9720-6489422C3B5B}"/>
              </a:ext>
            </a:extLst>
          </p:cNvPr>
          <p:cNvSpPr txBox="1"/>
          <p:nvPr/>
        </p:nvSpPr>
        <p:spPr>
          <a:xfrm>
            <a:off x="5235436" y="664488"/>
            <a:ext cx="1053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2,6 s</a:t>
            </a:r>
            <a:endParaRPr lang="en-IN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E104CC-EC80-4171-8156-968B4C64F601}"/>
              </a:ext>
            </a:extLst>
          </p:cNvPr>
          <p:cNvSpPr txBox="1"/>
          <p:nvPr/>
        </p:nvSpPr>
        <p:spPr>
          <a:xfrm>
            <a:off x="5107985" y="1390461"/>
            <a:ext cx="2317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0-60 mph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6BCA8A-7938-452B-B7CE-8352843B7C4A}"/>
              </a:ext>
            </a:extLst>
          </p:cNvPr>
          <p:cNvSpPr txBox="1"/>
          <p:nvPr/>
        </p:nvSpPr>
        <p:spPr>
          <a:xfrm>
            <a:off x="8188424" y="696040"/>
            <a:ext cx="194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205 mph</a:t>
            </a:r>
            <a:endParaRPr lang="en-IN" sz="3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E394E8-D9E1-48BF-9409-B4037FCBB591}"/>
              </a:ext>
            </a:extLst>
          </p:cNvPr>
          <p:cNvSpPr txBox="1"/>
          <p:nvPr/>
        </p:nvSpPr>
        <p:spPr>
          <a:xfrm>
            <a:off x="8095563" y="1360633"/>
            <a:ext cx="2141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 track speed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925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385F26-31F2-4958-B043-2943C2984C9F}"/>
              </a:ext>
            </a:extLst>
          </p:cNvPr>
          <p:cNvSpPr/>
          <p:nvPr/>
        </p:nvSpPr>
        <p:spPr>
          <a:xfrm>
            <a:off x="0" y="20707"/>
            <a:ext cx="12192000" cy="7050156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              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most perfect sportscar  </a:t>
            </a:r>
            <a:endParaRPr lang="en-IN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28BEE1-E16D-4404-BDE2-7E3931D7D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4684469" y="-20707"/>
            <a:ext cx="4636030" cy="6858000"/>
          </a:xfrm>
          <a:prstGeom prst="parallelogram">
            <a:avLst>
              <a:gd name="adj" fmla="val 26715"/>
            </a:avLst>
          </a:prstGeom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904DAB99-7C16-4807-A336-D29B95949E5F}"/>
              </a:ext>
            </a:extLst>
          </p:cNvPr>
          <p:cNvSpPr/>
          <p:nvPr/>
        </p:nvSpPr>
        <p:spPr>
          <a:xfrm>
            <a:off x="-4684469" y="4881691"/>
            <a:ext cx="3757708" cy="1936041"/>
          </a:xfrm>
          <a:prstGeom prst="parallelogram">
            <a:avLst>
              <a:gd name="adj" fmla="val 1847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1C22BD-EAD8-43CF-B842-921FCD25D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8711" y="-1976310"/>
            <a:ext cx="9802039" cy="68580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21EDA49-4620-4966-9E92-6BD5BAA42729}"/>
              </a:ext>
            </a:extLst>
          </p:cNvPr>
          <p:cNvSpPr/>
          <p:nvPr/>
        </p:nvSpPr>
        <p:spPr>
          <a:xfrm>
            <a:off x="3124200" y="2084854"/>
            <a:ext cx="64389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0" b="1" dirty="0"/>
              <a:t>PORSCHE 911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2485602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181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Maaya-14</dc:creator>
  <cp:lastModifiedBy>Durva Narvekar</cp:lastModifiedBy>
  <cp:revision>24</cp:revision>
  <dcterms:created xsi:type="dcterms:W3CDTF">2026-04-04T09:55:16Z</dcterms:created>
  <dcterms:modified xsi:type="dcterms:W3CDTF">2026-06-22T12:54:31Z</dcterms:modified>
</cp:coreProperties>
</file>