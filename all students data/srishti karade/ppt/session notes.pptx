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4660"/>
  </p:normalViewPr>
  <p:slideViewPr>
    <p:cSldViewPr snapToGrid="0">
      <p:cViewPr varScale="1">
        <p:scale>
          <a:sx n="72" d="100"/>
          <a:sy n="72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1A2E7-5762-447F-8737-763B11176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EC6C41-8FA3-40CF-A028-D23D14136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CAC62-3F51-402B-A4AC-988BAABBD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EE43-60BF-412D-9BD2-ADDC547040F6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66D8-CC6B-4D62-B5B6-5C645B8A1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9172F-6D70-4401-B577-81EABF9B4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A378-9DA0-4F64-9008-71247D721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121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8BF2-DA42-401C-8E63-EA91A38C0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9D0BD-0490-4713-95DE-B145CD974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7BF48-87CF-4F3C-92B1-591B420EB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EE43-60BF-412D-9BD2-ADDC547040F6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AB45A-F0AD-4667-99A5-D50955416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EB946-BD53-4BD6-A6D5-F9202FA8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A378-9DA0-4F64-9008-71247D721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59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4BC44-F4B5-4519-BF3A-AE9A6D74B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68F4E-5B3D-4129-A9B0-D4DD674CE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808EE-968F-496B-A7F0-2C35169FF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EE43-60BF-412D-9BD2-ADDC547040F6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F36F0-7AC1-450A-B38D-69805BA10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34FC1-C42A-420D-8F78-61B7D6E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A378-9DA0-4F64-9008-71247D721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214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84A96-7B1B-43F0-BB3E-0482859D9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57374-7830-4B4E-A3E5-0B192F05CC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A3B1E-9570-4A56-BA8F-66807843F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E436E-2944-48CB-973C-8CE26A028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EE43-60BF-412D-9BD2-ADDC547040F6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4B3D9-EB7F-4B2D-A047-F6B38A88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CDE79-0A41-4567-982D-952CE356D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A378-9DA0-4F64-9008-71247D721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13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A5906-AE3E-4911-8EC8-10A38830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81CB8-84C3-47A6-97FB-2D0025DEE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18706-A50D-4F5B-A6E1-E3F64865D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7A4F4E-2E9D-4FE5-B026-454E0393AC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4243D5-52F0-4842-88AB-138BE4579F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23C5A0-FA0C-4853-B929-EC4930F10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EE43-60BF-412D-9BD2-ADDC547040F6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8FDF6A-C49D-499D-B55F-8E5425E04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A01752-D1A6-42E0-B224-A1791556A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A378-9DA0-4F64-9008-71247D721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45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8650E-1C8B-465F-9DB3-0ED707595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38E1B-A211-4405-B8E4-BA7B88D8B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EE43-60BF-412D-9BD2-ADDC547040F6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2D704B-CA7F-4C18-AC16-2DE62F5C8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CBC00B-3000-4416-BD76-D7C16549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A378-9DA0-4F64-9008-71247D721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284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3C370F-735F-4950-861A-F085FDE2F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EE43-60BF-412D-9BD2-ADDC547040F6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D202EB-3E69-4C19-B997-99B9D3FAB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92C2B-2955-44A7-9BAC-8DD38D8A9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A378-9DA0-4F64-9008-71247D721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58D88-1FA8-497B-B64A-87F790861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22679-9AF5-495C-8534-E0D210AF0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04E54-955D-492B-9797-597992E5D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44B12-390B-4FF0-A6FD-700D8CF02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EE43-60BF-412D-9BD2-ADDC547040F6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FA15D-27A5-403B-9AEF-EB441191D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2AA8E-7CAF-4EC7-8F64-CFC599BD6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A378-9DA0-4F64-9008-71247D721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365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1730B-1A28-4951-B7AB-E84065302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57A6B9-E0EC-4CF4-BFBD-3471DA5A32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C17C8-DB21-4156-9CE8-F46FD4ED5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15AAD-EACF-47B7-B548-9C428DD71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EE43-60BF-412D-9BD2-ADDC547040F6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BE8BE-FF91-4C79-9554-396612648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97841-5EA6-4ADB-B99B-7DF99DDA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A378-9DA0-4F64-9008-71247D721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641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E5AA-48CA-4C6B-AB06-829F55B5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35B3F-0259-43CB-9C61-C065E28007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43A3D-AFE3-4EEC-94AD-EF29290ED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EE43-60BF-412D-9BD2-ADDC547040F6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083FA-80C6-457B-BF99-119F7F974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356B8-C787-4FE2-9AE9-C70277CEA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A378-9DA0-4F64-9008-71247D721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451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0C534A-CAD5-4E39-A58C-58529DAF6D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B3D80E-A99E-4BAD-AD81-13EC33F3F9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524B7-7B94-4099-B419-64DE037C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EE43-60BF-412D-9BD2-ADDC547040F6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164FC-DBD1-4886-B4AB-31A53BF4B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C3006-F2B8-4DF7-A643-BB5DA4CB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A378-9DA0-4F64-9008-71247D721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896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C9D305-69E3-4282-A658-A54EC0B20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FBD59-CE35-412B-AD1F-4CBED7E7E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246CB-4802-4824-B769-05635FC1DF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7EE43-60BF-412D-9BD2-ADDC547040F6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5C54A-38FF-4C1F-830E-F1A552E057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45C3C-CAB4-4462-B2CD-443E019AC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4A378-9DA0-4F64-9008-71247D721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661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81BFF5-A32C-4B10-8545-9D15BBE31918}"/>
              </a:ext>
            </a:extLst>
          </p:cNvPr>
          <p:cNvSpPr txBox="1"/>
          <p:nvPr/>
        </p:nvSpPr>
        <p:spPr>
          <a:xfrm>
            <a:off x="976313" y="152728"/>
            <a:ext cx="11215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Session #1  MS-CIT (Basic Computer, SmartPhone and Typing Skills)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7999B-50F6-4BB8-B1CB-2C7CB6A4532D}"/>
              </a:ext>
            </a:extLst>
          </p:cNvPr>
          <p:cNvSpPr txBox="1"/>
          <p:nvPr/>
        </p:nvSpPr>
        <p:spPr>
          <a:xfrm>
            <a:off x="485775" y="1328738"/>
            <a:ext cx="1077277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MS-CIT Introduction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Introduction to the Session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Basic Computer and Smart phone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Partnering with AI. Introduction to AI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Partnering with AI: Understanding MKCL’s AI Hexagon Map- Part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Partnering with AI: : Understanding MKCL’s AI Hexagon Map- Part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Partnering with AI: Google Lens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Partnering with AI: ChatGPT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Smart Typing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MS Office Skills 9 (Windows)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How to access MS-CIT eBook?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What is Session Completion Test (SCT)?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Home Work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9924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C365E3-EA91-4FAC-A1DE-60FB9615FD35}"/>
              </a:ext>
            </a:extLst>
          </p:cNvPr>
          <p:cNvSpPr txBox="1"/>
          <p:nvPr/>
        </p:nvSpPr>
        <p:spPr>
          <a:xfrm>
            <a:off x="892969" y="185738"/>
            <a:ext cx="10965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Session #02 MS-CIT (Basic Computer, SmartPhone and Typing Skills)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1CBD6-6ADF-4F50-8527-76E8F7EFE53D}"/>
              </a:ext>
            </a:extLst>
          </p:cNvPr>
          <p:cNvSpPr txBox="1"/>
          <p:nvPr/>
        </p:nvSpPr>
        <p:spPr>
          <a:xfrm>
            <a:off x="600075" y="1371600"/>
            <a:ext cx="107013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Introduction to the Session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Basic Computer and SmartPhone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AI: Gemini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AI: Hedra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AI: Google 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Smart typing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MS Office Skills (Window)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Session Completion Test ( Based on MS-CIT eBook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Home Work</a:t>
            </a:r>
          </a:p>
        </p:txBody>
      </p:sp>
    </p:spTree>
    <p:extLst>
      <p:ext uri="{BB962C8B-B14F-4D97-AF65-F5344CB8AC3E}">
        <p14:creationId xmlns:p14="http://schemas.microsoft.com/office/powerpoint/2010/main" val="4071783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EA2ABC-3665-45F3-B8F8-7A2DC1773FC0}"/>
              </a:ext>
            </a:extLst>
          </p:cNvPr>
          <p:cNvSpPr txBox="1"/>
          <p:nvPr/>
        </p:nvSpPr>
        <p:spPr>
          <a:xfrm>
            <a:off x="916781" y="314326"/>
            <a:ext cx="1035843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Session #03 MS-CIT (Basic Computer, SmartPhone and Typing Skills)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2D464-C382-4880-B62F-3F91B8E1D0EB}"/>
              </a:ext>
            </a:extLst>
          </p:cNvPr>
          <p:cNvSpPr txBox="1"/>
          <p:nvPr/>
        </p:nvSpPr>
        <p:spPr>
          <a:xfrm>
            <a:off x="604837" y="1257419"/>
            <a:ext cx="999648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Introduction to the Session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Basic Computer and SmartPhone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AI: Runway 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AI: Gemini for Workspace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Smart typing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MS Office Skills (Window)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Session Completion Test ( Based on MS-CIT eBook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Home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9415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3D5478-048B-42CC-A308-68CF99757089}"/>
              </a:ext>
            </a:extLst>
          </p:cNvPr>
          <p:cNvSpPr txBox="1"/>
          <p:nvPr/>
        </p:nvSpPr>
        <p:spPr>
          <a:xfrm>
            <a:off x="1133475" y="252741"/>
            <a:ext cx="11001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Session #04 MS-CIT (Basic Computer, SmartPhone and Typing Skills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8BF1BA-356B-4CD1-AA79-121DBAF1D114}"/>
              </a:ext>
            </a:extLst>
          </p:cNvPr>
          <p:cNvSpPr txBox="1"/>
          <p:nvPr/>
        </p:nvSpPr>
        <p:spPr>
          <a:xfrm>
            <a:off x="485775" y="1114425"/>
            <a:ext cx="103441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Introduction to the Session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Basic Computer and SmartPhone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AI: Suno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AI: Merlin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AI: Leonardo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Smart typing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MS Office Skills (Window)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Session Completion Test ( Based on MS-CIT eBook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Home Work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2143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7EE0F3-DE79-472A-9A21-0AC6BF0499B6}"/>
              </a:ext>
            </a:extLst>
          </p:cNvPr>
          <p:cNvSpPr txBox="1"/>
          <p:nvPr/>
        </p:nvSpPr>
        <p:spPr>
          <a:xfrm>
            <a:off x="1000125" y="471488"/>
            <a:ext cx="102298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Session #05 MS-CIT (Basic Computer, SmartPhone and Typing Skills</a:t>
            </a:r>
            <a:endParaRPr lang="en-IN" sz="2800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225A0D-6034-46DB-9D01-87CE7BE15AFD}"/>
              </a:ext>
            </a:extLst>
          </p:cNvPr>
          <p:cNvSpPr txBox="1"/>
          <p:nvPr/>
        </p:nvSpPr>
        <p:spPr>
          <a:xfrm>
            <a:off x="757238" y="1271707"/>
            <a:ext cx="1092993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Introduction to the Session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Basic Computer and SmartPhone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AI: Napkin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AI: Kapwing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AI: Pictory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Smart typing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MS Office Skills (Window)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Session Completion Test ( Based on MS-CIT eBook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Home Work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9462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004F69-FDD1-4B90-8E6A-496E83180554}"/>
              </a:ext>
            </a:extLst>
          </p:cNvPr>
          <p:cNvSpPr txBox="1"/>
          <p:nvPr/>
        </p:nvSpPr>
        <p:spPr>
          <a:xfrm>
            <a:off x="1042988" y="428625"/>
            <a:ext cx="10829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Session #06 MS-CIT (Digital Skills for Daily Life and AI Tools)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730C2-893D-4743-8DB8-C09F29E2180B}"/>
              </a:ext>
            </a:extLst>
          </p:cNvPr>
          <p:cNvSpPr txBox="1"/>
          <p:nvPr/>
        </p:nvSpPr>
        <p:spPr>
          <a:xfrm>
            <a:off x="785813" y="1528763"/>
            <a:ext cx="108299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Introduction to Digital Skills for Daily Life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Digital Skills for Daily Life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AI: WhatsApp Meta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AL: Goggle Fit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Session Complete Test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Home Work – Book Reading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MS-CIT eBook</a:t>
            </a:r>
          </a:p>
        </p:txBody>
      </p:sp>
    </p:spTree>
    <p:extLst>
      <p:ext uri="{BB962C8B-B14F-4D97-AF65-F5344CB8AC3E}">
        <p14:creationId xmlns:p14="http://schemas.microsoft.com/office/powerpoint/2010/main" val="2684799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9A84A8-1841-49AC-A7B1-62FC6C3F5C16}"/>
              </a:ext>
            </a:extLst>
          </p:cNvPr>
          <p:cNvSpPr txBox="1"/>
          <p:nvPr/>
        </p:nvSpPr>
        <p:spPr>
          <a:xfrm>
            <a:off x="2339010" y="337930"/>
            <a:ext cx="8673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Session #07 MS-CIT (MS Office Skills – MS Word)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6C91B8-9456-44D3-8267-04902EA752D8}"/>
              </a:ext>
            </a:extLst>
          </p:cNvPr>
          <p:cNvSpPr txBox="1"/>
          <p:nvPr/>
        </p:nvSpPr>
        <p:spPr>
          <a:xfrm>
            <a:off x="940904" y="1669774"/>
            <a:ext cx="1085353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Introduction to the Session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21</a:t>
            </a:r>
            <a:r>
              <a:rPr lang="en-IN" sz="2400" baseline="30000" dirty="0"/>
              <a:t>st</a:t>
            </a:r>
            <a:r>
              <a:rPr lang="en-IN" sz="2400" dirty="0"/>
              <a:t> Century Office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AI: Quillbot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AI: Deepseek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How to Solve Simulation Questions?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How to Solve Self Path Learning?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How to Solve Guided Do It Yourself?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Session Completion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Home Work – Book Reading</a:t>
            </a:r>
          </a:p>
        </p:txBody>
      </p:sp>
    </p:spTree>
    <p:extLst>
      <p:ext uri="{BB962C8B-B14F-4D97-AF65-F5344CB8AC3E}">
        <p14:creationId xmlns:p14="http://schemas.microsoft.com/office/powerpoint/2010/main" val="463758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D2CBAE-DDE8-4010-B955-523EA5CF45AB}"/>
              </a:ext>
            </a:extLst>
          </p:cNvPr>
          <p:cNvSpPr txBox="1"/>
          <p:nvPr/>
        </p:nvSpPr>
        <p:spPr>
          <a:xfrm>
            <a:off x="2345635" y="291547"/>
            <a:ext cx="1017766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Session #08 MS-CIT (MS Office Skills – MS Word)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7F8368-1692-4061-BBB9-1443436B4A66}"/>
              </a:ext>
            </a:extLst>
          </p:cNvPr>
          <p:cNvSpPr txBox="1"/>
          <p:nvPr/>
        </p:nvSpPr>
        <p:spPr>
          <a:xfrm>
            <a:off x="795130" y="1510748"/>
            <a:ext cx="107077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Introduction to the Session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21</a:t>
            </a:r>
            <a:r>
              <a:rPr lang="en-IN" sz="2000" baseline="30000" dirty="0"/>
              <a:t>st</a:t>
            </a:r>
            <a:r>
              <a:rPr lang="en-IN" sz="2000" dirty="0"/>
              <a:t> Century Office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Partnering with AI: Freepik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Partnering with AI: Gmail- Help Me Write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Simulation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Self Path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Guided Do It Yourself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Session Completion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Home Work – Book Reading</a:t>
            </a:r>
          </a:p>
        </p:txBody>
      </p:sp>
    </p:spTree>
    <p:extLst>
      <p:ext uri="{BB962C8B-B14F-4D97-AF65-F5344CB8AC3E}">
        <p14:creationId xmlns:p14="http://schemas.microsoft.com/office/powerpoint/2010/main" val="2372806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328B56-A775-458A-ABBA-FB9003A78523}"/>
              </a:ext>
            </a:extLst>
          </p:cNvPr>
          <p:cNvSpPr txBox="1"/>
          <p:nvPr/>
        </p:nvSpPr>
        <p:spPr>
          <a:xfrm>
            <a:off x="2729947" y="291548"/>
            <a:ext cx="1078727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Session #09 MS-CIT (MS Office Skills – MS Word)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D36F34-0030-4DFE-90EE-C93421B5ABA1}"/>
              </a:ext>
            </a:extLst>
          </p:cNvPr>
          <p:cNvSpPr txBox="1"/>
          <p:nvPr/>
        </p:nvSpPr>
        <p:spPr>
          <a:xfrm>
            <a:off x="742122" y="1245704"/>
            <a:ext cx="1048246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Introduction to the Session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21</a:t>
            </a:r>
            <a:r>
              <a:rPr lang="en-IN" sz="2400" baseline="30000" dirty="0"/>
              <a:t>st</a:t>
            </a:r>
            <a:r>
              <a:rPr lang="en-IN" sz="2400" dirty="0"/>
              <a:t> Century Office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AI: Pexels (AI- powered Search)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AI: IRCTC – Ask Disha 2.0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Simulation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Self Path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Guided Do It Yourself – Coupon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Session Completion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Home Work – Book Reading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MS-CIT eBook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466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D20A6E-398D-4566-9687-545D69D7166B}"/>
              </a:ext>
            </a:extLst>
          </p:cNvPr>
          <p:cNvSpPr txBox="1"/>
          <p:nvPr/>
        </p:nvSpPr>
        <p:spPr>
          <a:xfrm>
            <a:off x="2425148" y="331303"/>
            <a:ext cx="777902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Session #10 MS-CIT (MS Office Skills – MS Word)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4CE849-A4B7-490E-A4AD-5CA59090321A}"/>
              </a:ext>
            </a:extLst>
          </p:cNvPr>
          <p:cNvSpPr txBox="1"/>
          <p:nvPr/>
        </p:nvSpPr>
        <p:spPr>
          <a:xfrm>
            <a:off x="1152939" y="1378226"/>
            <a:ext cx="984636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Introduction to the Session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21</a:t>
            </a:r>
            <a:r>
              <a:rPr lang="en-IN" sz="2000" baseline="30000" dirty="0"/>
              <a:t>st</a:t>
            </a:r>
            <a:r>
              <a:rPr lang="en-IN" sz="2000" dirty="0"/>
              <a:t> Century Office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Partnering with AI: Grammarly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Partnering with AI: Ideogram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Partnering with AI: Insta 3D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Simulation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Self Path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Guided Do It Yourself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Session Completion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Home Work – Book Reading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MS-CIT eBook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7055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56B018-277C-4A89-84BB-03B67320670A}"/>
              </a:ext>
            </a:extLst>
          </p:cNvPr>
          <p:cNvSpPr txBox="1"/>
          <p:nvPr/>
        </p:nvSpPr>
        <p:spPr>
          <a:xfrm>
            <a:off x="2385391" y="238538"/>
            <a:ext cx="1064149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Session #11 MS-CIT (MS Office Skills – MS Word)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1C23C-C74D-4906-9DF0-0AFEE6631766}"/>
              </a:ext>
            </a:extLst>
          </p:cNvPr>
          <p:cNvSpPr txBox="1"/>
          <p:nvPr/>
        </p:nvSpPr>
        <p:spPr>
          <a:xfrm>
            <a:off x="1139687" y="1325217"/>
            <a:ext cx="10270435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Introduction to the Session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21</a:t>
            </a:r>
            <a:r>
              <a:rPr lang="en-IN" sz="2000" baseline="30000" dirty="0"/>
              <a:t>st</a:t>
            </a:r>
            <a:r>
              <a:rPr lang="en-IN" sz="2000" dirty="0"/>
              <a:t> Century Office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Partnering with AI: Google Drive with AI Integration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Partnering with AI: Duolingo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Simulation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Self Path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Guided Do It Yourself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Session Completion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Home Work – Book Reading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MS-CIT eBook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4836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5FADF7-3A94-40D6-BB45-DE61FE44B725}"/>
              </a:ext>
            </a:extLst>
          </p:cNvPr>
          <p:cNvSpPr txBox="1"/>
          <p:nvPr/>
        </p:nvSpPr>
        <p:spPr>
          <a:xfrm>
            <a:off x="2358888" y="238539"/>
            <a:ext cx="996563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Session #12 MS-CIT (MS Office Skills – MS Word)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E7906D-B38B-43EA-A966-902FB186BDF1}"/>
              </a:ext>
            </a:extLst>
          </p:cNvPr>
          <p:cNvSpPr txBox="1"/>
          <p:nvPr/>
        </p:nvSpPr>
        <p:spPr>
          <a:xfrm>
            <a:off x="569843" y="1219200"/>
            <a:ext cx="1093304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Introduction to the Session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21</a:t>
            </a:r>
            <a:r>
              <a:rPr lang="en-IN" sz="2400" baseline="30000" dirty="0"/>
              <a:t>st</a:t>
            </a:r>
            <a:r>
              <a:rPr lang="en-IN" sz="2400" dirty="0"/>
              <a:t> Century Office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AI: Naukri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AI: Canva (With AI Features)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Simulation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Self Path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Guided Do It Yourself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Session Completion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Home Work – Book Reading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MS-CIT eBook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2394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37CF58-9C98-4501-89B3-8D73C8115CF2}"/>
              </a:ext>
            </a:extLst>
          </p:cNvPr>
          <p:cNvSpPr txBox="1"/>
          <p:nvPr/>
        </p:nvSpPr>
        <p:spPr>
          <a:xfrm>
            <a:off x="2531165" y="371060"/>
            <a:ext cx="1017766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Session #13 MS-CIT (MS Office Skills – MS Word)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708625-F119-451C-869B-80ADEA0D59EA}"/>
              </a:ext>
            </a:extLst>
          </p:cNvPr>
          <p:cNvSpPr txBox="1"/>
          <p:nvPr/>
        </p:nvSpPr>
        <p:spPr>
          <a:xfrm>
            <a:off x="503583" y="1171279"/>
            <a:ext cx="1084027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Introduction to the Session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21</a:t>
            </a:r>
            <a:r>
              <a:rPr lang="en-IN" sz="2400" baseline="30000" dirty="0"/>
              <a:t>st</a:t>
            </a:r>
            <a:r>
              <a:rPr lang="en-IN" sz="2400" dirty="0"/>
              <a:t> Century Office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AI: Todoist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Partnering with AI: Linkedln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Simulation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Self Path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Guided Do It Yourself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Session Completion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Home Work – Book Reading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MS-CIT eBook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1602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D896D6-5F95-4B3B-9D71-DB028A717DBD}"/>
              </a:ext>
            </a:extLst>
          </p:cNvPr>
          <p:cNvSpPr txBox="1"/>
          <p:nvPr/>
        </p:nvSpPr>
        <p:spPr>
          <a:xfrm>
            <a:off x="2173357" y="212035"/>
            <a:ext cx="1101255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Session #14 MS-CIT (MS Office Skills – MS Word)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F0206-24D6-43F0-B9F2-49B3DE530F20}"/>
              </a:ext>
            </a:extLst>
          </p:cNvPr>
          <p:cNvSpPr txBox="1"/>
          <p:nvPr/>
        </p:nvSpPr>
        <p:spPr>
          <a:xfrm>
            <a:off x="887896" y="1012254"/>
            <a:ext cx="1049572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Introduction to the Session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21</a:t>
            </a:r>
            <a:r>
              <a:rPr lang="en-IN" baseline="30000" dirty="0"/>
              <a:t>st</a:t>
            </a:r>
            <a:r>
              <a:rPr lang="en-IN" dirty="0"/>
              <a:t> Century Office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Designing a Professional Certificate!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Designing a Impactful Flyer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Partnering with AI: </a:t>
            </a:r>
            <a:r>
              <a:rPr lang="en-IN" dirty="0" err="1"/>
              <a:t>HealthifyMe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Partnering with AI</a:t>
            </a:r>
            <a:r>
              <a:rPr lang="en-IN"/>
              <a:t>: 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Simulation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Self Path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Guided Do It Yourself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Session Completion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Home Work – Book Reading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MS-CIT eBook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3766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806</Words>
  <Application>Microsoft Office PowerPoint</Application>
  <PresentationFormat>Widescreen</PresentationFormat>
  <Paragraphs>150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12</cp:revision>
  <dcterms:created xsi:type="dcterms:W3CDTF">2026-05-21T05:19:25Z</dcterms:created>
  <dcterms:modified xsi:type="dcterms:W3CDTF">2026-05-22T06:36:39Z</dcterms:modified>
</cp:coreProperties>
</file>