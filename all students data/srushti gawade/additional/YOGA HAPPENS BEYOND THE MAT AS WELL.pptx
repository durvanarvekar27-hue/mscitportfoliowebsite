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84" r:id="rId4"/>
  </p:sldMasterIdLst>
  <p:sldIdLst>
    <p:sldId id="260" r:id="rId5"/>
    <p:sldId id="261" r:id="rId6"/>
    <p:sldId id="262" r:id="rId7"/>
    <p:sldId id="263" r:id="rId8"/>
  </p:sldIdLst>
  <p:sldSz cx="16459200" cy="219456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0D049"/>
    <a:srgbClr val="F0CF49"/>
    <a:srgbClr val="F7CFC0"/>
    <a:srgbClr val="F7D3C4"/>
    <a:srgbClr val="D1F4E4"/>
    <a:srgbClr val="E8EAE9"/>
    <a:srgbClr val="FE5F9E"/>
    <a:srgbClr val="FC9BC4"/>
    <a:srgbClr val="FFCC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74"/>
  </p:normalViewPr>
  <p:slideViewPr>
    <p:cSldViewPr snapToGrid="0" snapToObjects="1">
      <p:cViewPr varScale="1">
        <p:scale>
          <a:sx n="27" d="100"/>
          <a:sy n="27" d="100"/>
        </p:scale>
        <p:origin x="20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DA48D37-ACF9-48BC-B3F2-B732A03D87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6459200" cy="219456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700A2-1FFB-714B-BD97-56A07D805A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7667" y="1238865"/>
            <a:ext cx="6143867" cy="9143999"/>
          </a:xfrm>
        </p:spPr>
        <p:txBody>
          <a:bodyPr anchor="ctr"/>
          <a:lstStyle>
            <a:lvl1pPr algn="ctr">
              <a:defRPr sz="8100" b="1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26261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DA48D37-ACF9-48BC-B3F2-B732A03D87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6459200" cy="219456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700A2-1FFB-714B-BD97-56A07D805A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54761" y="1209369"/>
            <a:ext cx="8701549" cy="5751870"/>
          </a:xfrm>
        </p:spPr>
        <p:txBody>
          <a:bodyPr anchor="ctr"/>
          <a:lstStyle>
            <a:lvl1pPr algn="r">
              <a:defRPr sz="81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3089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DA48D37-ACF9-48BC-B3F2-B732A03D87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95650" y="4248150"/>
            <a:ext cx="9867900" cy="134493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700A2-1FFB-714B-BD97-56A07D805A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34441" y="1209369"/>
            <a:ext cx="14221870" cy="2182760"/>
          </a:xfrm>
        </p:spPr>
        <p:txBody>
          <a:bodyPr anchor="ctr">
            <a:noAutofit/>
          </a:bodyPr>
          <a:lstStyle>
            <a:lvl1pPr algn="ctr">
              <a:defRPr sz="93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2C0C785-D5B7-45E1-9F7F-BBE66DDCB3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4440" y="19055581"/>
            <a:ext cx="13990319" cy="1331912"/>
          </a:xfrm>
        </p:spPr>
        <p:txBody>
          <a:bodyPr anchor="ctr">
            <a:normAutofit/>
          </a:bodyPr>
          <a:lstStyle>
            <a:lvl1pPr marL="0" indent="0" algn="ctr">
              <a:buNone/>
              <a:defRPr sz="5600"/>
            </a:lvl1pPr>
            <a:lvl2pPr marL="617220" indent="0" algn="ctr">
              <a:buNone/>
              <a:defRPr/>
            </a:lvl2pPr>
            <a:lvl3pPr marL="1234440" indent="0" algn="ctr">
              <a:buNone/>
              <a:defRPr/>
            </a:lvl3pPr>
            <a:lvl4pPr marL="1851660" indent="0" algn="ctr">
              <a:buNone/>
              <a:defRPr/>
            </a:lvl4pPr>
            <a:lvl5pPr marL="2468880" indent="0" algn="ctr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8313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DA48D37-ACF9-48BC-B3F2-B732A03D87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6459200" cy="219456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700A2-1FFB-714B-BD97-56A07D805A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34440" y="1415847"/>
            <a:ext cx="14251365" cy="9143999"/>
          </a:xfrm>
        </p:spPr>
        <p:txBody>
          <a:bodyPr anchor="ctr">
            <a:normAutofit/>
          </a:bodyPr>
          <a:lstStyle>
            <a:lvl1pPr algn="ctr">
              <a:defRPr sz="13800" b="1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92139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AE1DAC-1F82-844D-BC61-226B82AD9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570" y="1168401"/>
            <a:ext cx="1419606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4B460-63F7-9A4F-A174-38BB439A5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1570" y="5842000"/>
            <a:ext cx="1419606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BC5B5-06B6-094A-AC9C-D4B42B9EB8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1570" y="20340322"/>
            <a:ext cx="370332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8EA48-81BA-764E-82E7-86BF9BB3A006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D12F2-0BFA-F64B-A906-22ECB677BE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52110" y="20340322"/>
            <a:ext cx="555498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18A85-D51F-BB47-8204-BD073E2279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310" y="20340322"/>
            <a:ext cx="370332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4A3A18-545B-BC44-806A-1B30DE9D66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284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</p:sldLayoutIdLst>
  <p:txStyles>
    <p:titleStyle>
      <a:lvl1pPr algn="l" defTabSz="1234440" rtl="0" eaLnBrk="1" latinLnBrk="0" hangingPunct="1">
        <a:lnSpc>
          <a:spcPct val="90000"/>
        </a:lnSpc>
        <a:spcBef>
          <a:spcPct val="0"/>
        </a:spcBef>
        <a:buNone/>
        <a:defRPr sz="594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8610" indent="-308610" algn="l" defTabSz="1234440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25830" indent="-308610" algn="l" defTabSz="1234440" rtl="0" eaLnBrk="1" latinLnBrk="0" hangingPunct="1">
        <a:lnSpc>
          <a:spcPct val="90000"/>
        </a:lnSpc>
        <a:spcBef>
          <a:spcPts val="675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2pPr>
      <a:lvl3pPr marL="1543050" indent="-308610" algn="l" defTabSz="1234440" rtl="0" eaLnBrk="1" latinLnBrk="0" hangingPunct="1">
        <a:lnSpc>
          <a:spcPct val="90000"/>
        </a:lnSpc>
        <a:spcBef>
          <a:spcPts val="675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160270" indent="-308610" algn="l" defTabSz="1234440" rtl="0" eaLnBrk="1" latinLnBrk="0" hangingPunct="1">
        <a:lnSpc>
          <a:spcPct val="90000"/>
        </a:lnSpc>
        <a:spcBef>
          <a:spcPts val="675"/>
        </a:spcBef>
        <a:buFont typeface="Arial" panose="020B0604020202020204" pitchFamily="34" charset="0"/>
        <a:buChar char="•"/>
        <a:defRPr sz="2430" kern="1200">
          <a:solidFill>
            <a:schemeClr val="tx1"/>
          </a:solidFill>
          <a:latin typeface="+mn-lt"/>
          <a:ea typeface="+mn-ea"/>
          <a:cs typeface="+mn-cs"/>
        </a:defRPr>
      </a:lvl4pPr>
      <a:lvl5pPr marL="2777490" indent="-308610" algn="l" defTabSz="1234440" rtl="0" eaLnBrk="1" latinLnBrk="0" hangingPunct="1">
        <a:lnSpc>
          <a:spcPct val="90000"/>
        </a:lnSpc>
        <a:spcBef>
          <a:spcPts val="675"/>
        </a:spcBef>
        <a:buFont typeface="Arial" panose="020B0604020202020204" pitchFamily="34" charset="0"/>
        <a:buChar char="•"/>
        <a:defRPr sz="2430" kern="1200">
          <a:solidFill>
            <a:schemeClr val="tx1"/>
          </a:solidFill>
          <a:latin typeface="+mn-lt"/>
          <a:ea typeface="+mn-ea"/>
          <a:cs typeface="+mn-cs"/>
        </a:defRPr>
      </a:lvl5pPr>
      <a:lvl6pPr marL="3394710" indent="-308610" algn="l" defTabSz="1234440" rtl="0" eaLnBrk="1" latinLnBrk="0" hangingPunct="1">
        <a:lnSpc>
          <a:spcPct val="90000"/>
        </a:lnSpc>
        <a:spcBef>
          <a:spcPts val="675"/>
        </a:spcBef>
        <a:buFont typeface="Arial" panose="020B0604020202020204" pitchFamily="34" charset="0"/>
        <a:buChar char="•"/>
        <a:defRPr sz="2430" kern="1200">
          <a:solidFill>
            <a:schemeClr val="tx1"/>
          </a:solidFill>
          <a:latin typeface="+mn-lt"/>
          <a:ea typeface="+mn-ea"/>
          <a:cs typeface="+mn-cs"/>
        </a:defRPr>
      </a:lvl6pPr>
      <a:lvl7pPr marL="4011930" indent="-308610" algn="l" defTabSz="1234440" rtl="0" eaLnBrk="1" latinLnBrk="0" hangingPunct="1">
        <a:lnSpc>
          <a:spcPct val="90000"/>
        </a:lnSpc>
        <a:spcBef>
          <a:spcPts val="675"/>
        </a:spcBef>
        <a:buFont typeface="Arial" panose="020B0604020202020204" pitchFamily="34" charset="0"/>
        <a:buChar char="•"/>
        <a:defRPr sz="2430" kern="1200">
          <a:solidFill>
            <a:schemeClr val="tx1"/>
          </a:solidFill>
          <a:latin typeface="+mn-lt"/>
          <a:ea typeface="+mn-ea"/>
          <a:cs typeface="+mn-cs"/>
        </a:defRPr>
      </a:lvl7pPr>
      <a:lvl8pPr marL="4629150" indent="-308610" algn="l" defTabSz="1234440" rtl="0" eaLnBrk="1" latinLnBrk="0" hangingPunct="1">
        <a:lnSpc>
          <a:spcPct val="90000"/>
        </a:lnSpc>
        <a:spcBef>
          <a:spcPts val="675"/>
        </a:spcBef>
        <a:buFont typeface="Arial" panose="020B0604020202020204" pitchFamily="34" charset="0"/>
        <a:buChar char="•"/>
        <a:defRPr sz="2430" kern="1200">
          <a:solidFill>
            <a:schemeClr val="tx1"/>
          </a:solidFill>
          <a:latin typeface="+mn-lt"/>
          <a:ea typeface="+mn-ea"/>
          <a:cs typeface="+mn-cs"/>
        </a:defRPr>
      </a:lvl8pPr>
      <a:lvl9pPr marL="5246370" indent="-308610" algn="l" defTabSz="1234440" rtl="0" eaLnBrk="1" latinLnBrk="0" hangingPunct="1">
        <a:lnSpc>
          <a:spcPct val="90000"/>
        </a:lnSpc>
        <a:spcBef>
          <a:spcPts val="675"/>
        </a:spcBef>
        <a:buFont typeface="Arial" panose="020B0604020202020204" pitchFamily="34" charset="0"/>
        <a:buChar char="•"/>
        <a:defRPr sz="24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34440" rtl="0" eaLnBrk="1" latinLnBrk="0" hangingPunct="1">
        <a:defRPr sz="243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algn="l" defTabSz="1234440" rtl="0" eaLnBrk="1" latinLnBrk="0" hangingPunct="1">
        <a:defRPr sz="2430" kern="1200">
          <a:solidFill>
            <a:schemeClr val="tx1"/>
          </a:solidFill>
          <a:latin typeface="+mn-lt"/>
          <a:ea typeface="+mn-ea"/>
          <a:cs typeface="+mn-cs"/>
        </a:defRPr>
      </a:lvl2pPr>
      <a:lvl3pPr marL="1234440" algn="l" defTabSz="1234440" rtl="0" eaLnBrk="1" latinLnBrk="0" hangingPunct="1">
        <a:defRPr sz="2430" kern="1200">
          <a:solidFill>
            <a:schemeClr val="tx1"/>
          </a:solidFill>
          <a:latin typeface="+mn-lt"/>
          <a:ea typeface="+mn-ea"/>
          <a:cs typeface="+mn-cs"/>
        </a:defRPr>
      </a:lvl3pPr>
      <a:lvl4pPr marL="1851660" algn="l" defTabSz="1234440" rtl="0" eaLnBrk="1" latinLnBrk="0" hangingPunct="1">
        <a:defRPr sz="243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algn="l" defTabSz="1234440" rtl="0" eaLnBrk="1" latinLnBrk="0" hangingPunct="1">
        <a:defRPr sz="2430" kern="1200">
          <a:solidFill>
            <a:schemeClr val="tx1"/>
          </a:solidFill>
          <a:latin typeface="+mn-lt"/>
          <a:ea typeface="+mn-ea"/>
          <a:cs typeface="+mn-cs"/>
        </a:defRPr>
      </a:lvl5pPr>
      <a:lvl6pPr marL="3086100" algn="l" defTabSz="1234440" rtl="0" eaLnBrk="1" latinLnBrk="0" hangingPunct="1">
        <a:defRPr sz="2430" kern="1200">
          <a:solidFill>
            <a:schemeClr val="tx1"/>
          </a:solidFill>
          <a:latin typeface="+mn-lt"/>
          <a:ea typeface="+mn-ea"/>
          <a:cs typeface="+mn-cs"/>
        </a:defRPr>
      </a:lvl6pPr>
      <a:lvl7pPr marL="3703320" algn="l" defTabSz="1234440" rtl="0" eaLnBrk="1" latinLnBrk="0" hangingPunct="1">
        <a:defRPr sz="2430" kern="1200">
          <a:solidFill>
            <a:schemeClr val="tx1"/>
          </a:solidFill>
          <a:latin typeface="+mn-lt"/>
          <a:ea typeface="+mn-ea"/>
          <a:cs typeface="+mn-cs"/>
        </a:defRPr>
      </a:lvl7pPr>
      <a:lvl8pPr marL="4320540" algn="l" defTabSz="1234440" rtl="0" eaLnBrk="1" latinLnBrk="0" hangingPunct="1">
        <a:defRPr sz="2430" kern="1200">
          <a:solidFill>
            <a:schemeClr val="tx1"/>
          </a:solidFill>
          <a:latin typeface="+mn-lt"/>
          <a:ea typeface="+mn-ea"/>
          <a:cs typeface="+mn-cs"/>
        </a:defRPr>
      </a:lvl8pPr>
      <a:lvl9pPr marL="4937760" algn="l" defTabSz="1234440" rtl="0" eaLnBrk="1" latinLnBrk="0" hangingPunct="1">
        <a:defRPr sz="24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gastudio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gastudio.com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gastudio.co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gastudio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Dancer ">
            <a:extLst>
              <a:ext uri="{FF2B5EF4-FFF2-40B4-BE49-F238E27FC236}">
                <a16:creationId xmlns:a16="http://schemas.microsoft.com/office/drawing/2014/main" id="{AA1B4A12-838C-44C7-B4F5-91EB1BE851C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6459200" cy="21945600"/>
          </a:xfr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81001EF-5185-47CB-AA25-96759471F0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9600" dirty="0">
                <a:solidFill>
                  <a:schemeClr val="tx1"/>
                </a:solidFill>
              </a:rPr>
              <a:t>YOGA HAPPENS BEYOND THE MAT AS WELL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5EA7B1-7DF9-494E-B25F-CFFB214E5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923693" y="1723291"/>
            <a:ext cx="0" cy="7888655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97717B-5BAE-474E-B1A2-AD59147C6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1535508" y="1723291"/>
            <a:ext cx="0" cy="7888655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878227" y="18322588"/>
            <a:ext cx="12702746" cy="4524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1234440">
              <a:lnSpc>
                <a:spcPct val="100000"/>
              </a:lnSpc>
              <a:spcBef>
                <a:spcPct val="0"/>
              </a:spcBef>
              <a:buNone/>
              <a:defRPr sz="9600" b="1"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IN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Join Yoga classes at ‘</a:t>
            </a:r>
            <a:r>
              <a:rPr lang="en-IN" sz="54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YoGa</a:t>
            </a:r>
            <a:r>
              <a:rPr lang="en-IN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 Studio’ </a:t>
            </a:r>
          </a:p>
          <a:p>
            <a:r>
              <a:rPr lang="en-IN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For more visit </a:t>
            </a:r>
            <a:r>
              <a:rPr lang="en-IN" sz="5400" dirty="0">
                <a:latin typeface="Angsana New" panose="02020603050405020304" pitchFamily="18" charset="-34"/>
                <a:cs typeface="Angsana New" panose="02020603050405020304" pitchFamily="18" charset="-34"/>
                <a:hlinkClick r:id="rId3"/>
              </a:rPr>
              <a:t>www.yogastudio.com</a:t>
            </a:r>
            <a:r>
              <a:rPr lang="en-IN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1556354" y="1965169"/>
            <a:ext cx="3943708" cy="830997"/>
          </a:xfrm>
          <a:prstGeom prst="rect">
            <a:avLst/>
          </a:prstGeom>
          <a:solidFill>
            <a:srgbClr val="D1F4E4"/>
          </a:solidFill>
        </p:spPr>
        <p:txBody>
          <a:bodyPr wrap="none">
            <a:spAutoFit/>
          </a:bodyPr>
          <a:lstStyle/>
          <a:p>
            <a:r>
              <a:rPr lang="en-IN" sz="4800" dirty="0">
                <a:latin typeface="Angsana New" panose="02020603050405020304" pitchFamily="18" charset="-34"/>
                <a:cs typeface="Angsana New" panose="02020603050405020304" pitchFamily="18" charset="-34"/>
              </a:rPr>
              <a:t>“Anything you do with</a:t>
            </a:r>
            <a:endParaRPr lang="en-IN" sz="4800" dirty="0"/>
          </a:p>
        </p:txBody>
      </p:sp>
      <p:sp>
        <p:nvSpPr>
          <p:cNvPr id="6" name="Rectangle 5"/>
          <p:cNvSpPr/>
          <p:nvPr/>
        </p:nvSpPr>
        <p:spPr>
          <a:xfrm>
            <a:off x="1109356" y="-230504"/>
            <a:ext cx="4971233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8800" b="1" dirty="0">
                <a:solidFill>
                  <a:srgbClr val="F7CFC0"/>
                </a:solidFill>
                <a:latin typeface="Adobe Ming Std L" panose="02020300000000000000" pitchFamily="18" charset="-128"/>
                <a:ea typeface="Adobe Ming Std L" panose="02020300000000000000" pitchFamily="18" charset="-128"/>
                <a:cs typeface="Angsana New" panose="02020603050405020304" pitchFamily="18" charset="-34"/>
              </a:rPr>
              <a:t>attention</a:t>
            </a:r>
            <a:endParaRPr lang="en-IN" sz="8800" b="1" dirty="0">
              <a:solidFill>
                <a:srgbClr val="F7CFC0"/>
              </a:solidFill>
              <a:latin typeface="Adobe Ming Std L" panose="02020300000000000000" pitchFamily="18" charset="-128"/>
              <a:ea typeface="Adobe Ming Std L" panose="02020300000000000000" pitchFamily="18" charset="-12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58947" y="385049"/>
            <a:ext cx="5287025" cy="830997"/>
          </a:xfrm>
          <a:prstGeom prst="rect">
            <a:avLst/>
          </a:prstGeom>
          <a:solidFill>
            <a:srgbClr val="D1F4E4"/>
          </a:solidFill>
        </p:spPr>
        <p:txBody>
          <a:bodyPr wrap="none">
            <a:spAutoFit/>
          </a:bodyPr>
          <a:lstStyle/>
          <a:p>
            <a:r>
              <a:rPr lang="en-IN" sz="4800" dirty="0">
                <a:latin typeface="Angsana New" panose="02020603050405020304" pitchFamily="18" charset="-34"/>
                <a:cs typeface="Angsana New" panose="02020603050405020304" pitchFamily="18" charset="-34"/>
              </a:rPr>
              <a:t>to how you feel is doing Yoga”</a:t>
            </a:r>
          </a:p>
        </p:txBody>
      </p:sp>
    </p:spTree>
    <p:extLst>
      <p:ext uri="{BB962C8B-B14F-4D97-AF65-F5344CB8AC3E}">
        <p14:creationId xmlns:p14="http://schemas.microsoft.com/office/powerpoint/2010/main" val="718713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2500"/>
          <a:stretch>
            <a:fillRect/>
          </a:stretch>
        </p:blipFill>
        <p:spPr>
          <a:xfrm>
            <a:off x="0" y="0"/>
            <a:ext cx="16459200" cy="219456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6765B81-F13D-4EB6-AED3-5904A29845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9400" dirty="0">
                <a:solidFill>
                  <a:srgbClr val="3C2415"/>
                </a:solidFill>
              </a:rPr>
              <a:t>THE TIME</a:t>
            </a:r>
            <a:br>
              <a:rPr lang="en-US" dirty="0">
                <a:solidFill>
                  <a:srgbClr val="3C2415"/>
                </a:solidFill>
              </a:rPr>
            </a:br>
            <a:r>
              <a:rPr lang="en-US" sz="12500" dirty="0">
                <a:solidFill>
                  <a:srgbClr val="3C2415"/>
                </a:solidFill>
              </a:rPr>
              <a:t>TO RELAX</a:t>
            </a:r>
            <a:br>
              <a:rPr lang="en-US" dirty="0">
                <a:solidFill>
                  <a:srgbClr val="3C2415"/>
                </a:solidFill>
              </a:rPr>
            </a:br>
            <a:r>
              <a:rPr lang="en-US" sz="4300" dirty="0">
                <a:solidFill>
                  <a:srgbClr val="3C2415"/>
                </a:solidFill>
              </a:rPr>
              <a:t>IS WHEN YOU DON’T HAVE</a:t>
            </a:r>
            <a:br>
              <a:rPr lang="en-US" dirty="0">
                <a:solidFill>
                  <a:srgbClr val="3C2415"/>
                </a:solidFill>
              </a:rPr>
            </a:br>
            <a:r>
              <a:rPr lang="en-US" sz="9200" dirty="0">
                <a:solidFill>
                  <a:srgbClr val="3C2415"/>
                </a:solidFill>
              </a:rPr>
              <a:t>TIME FOR IT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878227" y="18322588"/>
            <a:ext cx="12702746" cy="4524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1234440">
              <a:lnSpc>
                <a:spcPct val="100000"/>
              </a:lnSpc>
              <a:spcBef>
                <a:spcPct val="0"/>
              </a:spcBef>
              <a:buNone/>
              <a:defRPr sz="9600" b="1"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IN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Join Yoga classes at ‘</a:t>
            </a:r>
            <a:r>
              <a:rPr lang="en-IN" sz="5400" dirty="0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YoGa</a:t>
            </a:r>
            <a:r>
              <a:rPr lang="en-IN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Studio’ </a:t>
            </a:r>
          </a:p>
          <a:p>
            <a:r>
              <a:rPr lang="en-IN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For more visit </a:t>
            </a:r>
            <a:r>
              <a:rPr lang="en-IN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  <a:hlinkClick r:id="rId3"/>
              </a:rPr>
              <a:t>www.yogastudio.com</a:t>
            </a:r>
            <a:r>
              <a:rPr lang="en-IN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</a:p>
        </p:txBody>
      </p:sp>
      <p:sp>
        <p:nvSpPr>
          <p:cNvPr id="9" name="Rectangle 8"/>
          <p:cNvSpPr/>
          <p:nvPr/>
        </p:nvSpPr>
        <p:spPr>
          <a:xfrm rot="16200000">
            <a:off x="-1991903" y="1769466"/>
            <a:ext cx="5524269" cy="26468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6600" dirty="0">
                <a:solidFill>
                  <a:srgbClr val="F0D049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“</a:t>
            </a:r>
            <a:r>
              <a:rPr lang="en-IN" sz="4800" dirty="0">
                <a:solidFill>
                  <a:srgbClr val="F0D049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Make some time for yourself</a:t>
            </a:r>
            <a:endParaRPr lang="en-IN" sz="4800" dirty="0">
              <a:solidFill>
                <a:srgbClr val="F0D04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179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Dancing Positions">
            <a:extLst>
              <a:ext uri="{FF2B5EF4-FFF2-40B4-BE49-F238E27FC236}">
                <a16:creationId xmlns:a16="http://schemas.microsoft.com/office/drawing/2014/main" id="{8AAC4B93-9EAC-437F-9FAA-9CB474AE87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6" r="26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9C12DB4-3374-4CB1-BA91-36C4AB6945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NAMASTE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22DBBC-6973-47B1-9C14-9A1E33BE44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34441" y="18141181"/>
            <a:ext cx="13990319" cy="13319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7200" b="1" dirty="0">
                <a:solidFill>
                  <a:schemeClr val="bg1"/>
                </a:solidFill>
                <a:latin typeface="Angsana New" panose="02020603050405020304" pitchFamily="18" charset="-34"/>
                <a:ea typeface="+mj-ea"/>
                <a:cs typeface="Angsana New" panose="02020603050405020304" pitchFamily="18" charset="-34"/>
              </a:rPr>
              <a:t>Yoga keeps you physically as well as mentally 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3055723" y="18984937"/>
            <a:ext cx="12702746" cy="4524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1234440">
              <a:lnSpc>
                <a:spcPct val="100000"/>
              </a:lnSpc>
              <a:spcBef>
                <a:spcPct val="0"/>
              </a:spcBef>
              <a:buNone/>
              <a:defRPr sz="9600" b="1"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IN" sz="40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Join Yoga classes at ‘</a:t>
            </a:r>
            <a:r>
              <a:rPr lang="en-IN" sz="4000" dirty="0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YoGa</a:t>
            </a:r>
            <a:r>
              <a:rPr lang="en-IN" sz="40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Studio’ </a:t>
            </a:r>
          </a:p>
          <a:p>
            <a:r>
              <a:rPr lang="en-IN" sz="40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For more visit </a:t>
            </a:r>
            <a:r>
              <a:rPr lang="en-IN" sz="40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  <a:hlinkClick r:id="rId3"/>
              </a:rPr>
              <a:t>www.yogastudio.com</a:t>
            </a:r>
            <a:r>
              <a:rPr lang="en-IN" sz="40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 rot="5400000">
            <a:off x="12832086" y="2284137"/>
            <a:ext cx="6471643" cy="22159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4000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Asanas that will change your body forever</a:t>
            </a:r>
            <a:r>
              <a:rPr lang="en-IN" sz="13800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”</a:t>
            </a:r>
            <a:endParaRPr lang="en-IN" sz="11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574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Yoga &amp; Flowers">
            <a:extLst>
              <a:ext uri="{FF2B5EF4-FFF2-40B4-BE49-F238E27FC236}">
                <a16:creationId xmlns:a16="http://schemas.microsoft.com/office/drawing/2014/main" id="{9E248F33-A528-4466-8B20-CC6C6BEC336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5B13BDD-9B23-4784-99A3-3E3F202F0B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13500" dirty="0">
                <a:solidFill>
                  <a:srgbClr val="F3F5EF"/>
                </a:solidFill>
              </a:rPr>
              <a:t>KEEP</a:t>
            </a:r>
            <a:br>
              <a:rPr lang="en-US" sz="13500" dirty="0">
                <a:solidFill>
                  <a:srgbClr val="F3F5EF"/>
                </a:solidFill>
              </a:rPr>
            </a:br>
            <a:r>
              <a:rPr lang="en-US" sz="13500" dirty="0">
                <a:solidFill>
                  <a:srgbClr val="F3F5EF"/>
                </a:solidFill>
              </a:rPr>
              <a:t>CALM</a:t>
            </a:r>
            <a:br>
              <a:rPr lang="en-US" sz="13500" dirty="0">
                <a:solidFill>
                  <a:srgbClr val="F3F5EF"/>
                </a:solidFill>
              </a:rPr>
            </a:br>
            <a:r>
              <a:rPr lang="en-US" sz="7500" dirty="0">
                <a:solidFill>
                  <a:srgbClr val="F3F5EF"/>
                </a:solidFill>
              </a:rPr>
              <a:t>AND</a:t>
            </a:r>
            <a:br>
              <a:rPr lang="en-US" sz="8100" dirty="0">
                <a:solidFill>
                  <a:srgbClr val="F3F5EF"/>
                </a:solidFill>
              </a:rPr>
            </a:br>
            <a:r>
              <a:rPr lang="en-US" sz="13500" dirty="0">
                <a:solidFill>
                  <a:srgbClr val="F3F5EF"/>
                </a:solidFill>
              </a:rPr>
              <a:t>DO</a:t>
            </a:r>
            <a:br>
              <a:rPr lang="en-US" sz="13500" dirty="0">
                <a:solidFill>
                  <a:srgbClr val="F3F5EF"/>
                </a:solidFill>
              </a:rPr>
            </a:br>
            <a:r>
              <a:rPr lang="en-US" sz="13500" dirty="0">
                <a:solidFill>
                  <a:srgbClr val="F3F5EF"/>
                </a:solidFill>
              </a:rPr>
              <a:t>YOGA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878227" y="18322588"/>
            <a:ext cx="12702746" cy="4524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1234440">
              <a:lnSpc>
                <a:spcPct val="100000"/>
              </a:lnSpc>
              <a:spcBef>
                <a:spcPct val="0"/>
              </a:spcBef>
              <a:buNone/>
              <a:defRPr sz="9600" b="1"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IN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Join Yoga classes at ‘</a:t>
            </a:r>
            <a:r>
              <a:rPr lang="en-IN" sz="5400" dirty="0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YoGa</a:t>
            </a:r>
            <a:r>
              <a:rPr lang="en-IN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Studio’ </a:t>
            </a:r>
          </a:p>
          <a:p>
            <a:r>
              <a:rPr lang="en-IN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For more visit </a:t>
            </a:r>
            <a:r>
              <a:rPr lang="en-IN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  <a:hlinkClick r:id="rId3"/>
              </a:rPr>
              <a:t>www.yogastudio.com</a:t>
            </a:r>
            <a:r>
              <a:rPr lang="en-IN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70799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bfd18271a1cd22f132af069bfa19b30b4eaf4a"/>
</p:tagLst>
</file>

<file path=ppt/theme/theme1.xml><?xml version="1.0" encoding="utf-8"?>
<a:theme xmlns:a="http://schemas.openxmlformats.org/drawingml/2006/main" name="Yoga">
  <a:themeElements>
    <a:clrScheme name="Yog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8C7B9"/>
      </a:accent1>
      <a:accent2>
        <a:srgbClr val="C5F5E5"/>
      </a:accent2>
      <a:accent3>
        <a:srgbClr val="F3F5EF"/>
      </a:accent3>
      <a:accent4>
        <a:srgbClr val="3C2415"/>
      </a:accent4>
      <a:accent5>
        <a:srgbClr val="B8DBD5"/>
      </a:accent5>
      <a:accent6>
        <a:srgbClr val="A36B74"/>
      </a:accent6>
      <a:hlink>
        <a:srgbClr val="0563C1"/>
      </a:hlink>
      <a:folHlink>
        <a:srgbClr val="954F72"/>
      </a:folHlink>
    </a:clrScheme>
    <a:fontScheme name="PPT">
      <a:majorFont>
        <a:latin typeface="The Hand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555FC489-5AFC-4ABB-B2F3-CA1C06BA1EDC}" vid="{9689005E-731C-4F81-A099-F942ACC8746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E24EEB5-4C27-4881-AA1D-060A9331FEB0}">
  <ds:schemaRefs>
    <ds:schemaRef ds:uri="71af3243-3dd4-4a8d-8c0d-dd76da1f02a5"/>
    <ds:schemaRef ds:uri="http://www.w3.org/XML/1998/namespace"/>
    <ds:schemaRef ds:uri="16c05727-aa75-4e4a-9b5f-8a80a1165891"/>
    <ds:schemaRef ds:uri="http://schemas.microsoft.com/office/infopath/2007/PartnerControls"/>
    <ds:schemaRef ds:uri="http://purl.org/dc/elements/1.1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AB254C6-17FD-4261-B44F-99AE0D6A97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CB5C5B6-5757-4E88-BD07-7B06029A1BC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72343d7bd515cbcdfa8c8d06729eaa83</Template>
  <TotalTime>0</TotalTime>
  <Words>133</Words>
  <Application>Microsoft Office PowerPoint</Application>
  <PresentationFormat>Custom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Adobe Ming Std L</vt:lpstr>
      <vt:lpstr>Angsana New</vt:lpstr>
      <vt:lpstr>Arial</vt:lpstr>
      <vt:lpstr>Avenir Next LT Pro</vt:lpstr>
      <vt:lpstr>The Hand</vt:lpstr>
      <vt:lpstr>Yoga</vt:lpstr>
      <vt:lpstr>YOGA HAPPENS BEYOND THE MAT AS WELL</vt:lpstr>
      <vt:lpstr>THE TIME TO RELAX IS WHEN YOU DON’T HAVE TIME FOR IT</vt:lpstr>
      <vt:lpstr>NAMASTE</vt:lpstr>
      <vt:lpstr>KEEP CALM AND DO YOGA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2026-05-16T04:01:26Z</dcterms:created>
  <dcterms:modified xsi:type="dcterms:W3CDTF">2026-05-16T04:01:56Z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