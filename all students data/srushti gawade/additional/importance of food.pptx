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1548-3F02-465D-9EFD-45109D0A4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310CD-692C-4B65-82B0-973228277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AD3E-C988-4C62-8D60-26A6801B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B1B23-F6FC-491C-85BF-130AA2F2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7E9D-EB8D-48EE-97F1-97C260FC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012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E08A-D1E5-42A5-A1C7-3C14DDA0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2360-3BB7-457F-8C3A-4E29AD28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51E6-E95A-48D5-BB42-396A5270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8C120-50BF-4C28-8448-992DFB53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D2A5C-D3F6-4D6B-A920-69900135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A41A-1D2E-4EAC-AA8A-C38E24F9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08762-8ED5-42C1-B291-0532DACD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75EC0-F93D-4982-B2FD-C1675C90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9831B-BB19-4FBB-810E-CAC24822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8EE3-9E05-4D01-AAAD-F27078BE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64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BC37-C1C6-4546-9B4E-90649BD6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E9ED-913B-46AA-946F-70B9D57EC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5C53E-ABAA-48CE-863C-E2A5D65E5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A4601-79D2-4569-9FEF-D74DE5F9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1E26D-609B-4370-BF7C-62DA6FE6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EE260-4A97-4825-BB44-535AE2F6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9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854A-DF89-43BF-B2D1-B3EF55A4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0B249-DBFB-4B21-B6EA-51DE2AB9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7B8D-0F3D-4199-B658-83A30D515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89E18-8B5E-4240-BA7B-A313523BF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A0436-0A13-43F5-8E96-A0DCB3692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5A5CB-2594-496A-B703-FFC19433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6E78B-2EFC-49EE-B7E4-61EAA225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2C334-3B84-4DD4-B0A5-163403F1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8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C488-36E6-43E1-A480-E9818E3F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2D447-BCC9-4434-AC53-BE2A1D40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74C29-931C-46C6-B0BC-59500020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F5DDD-ADB8-4BF7-8527-98C48581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75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E39E3-CF22-4D82-949C-2E4DE35D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E7596-7FB5-4C73-A610-A0E6F390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102F4-1E3C-41C1-B8F8-A58CE22F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16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164F-1F8D-4385-8953-11AB343F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7F94-C3FA-47DF-95FF-5C227AD0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D0FA8-F04E-40C9-9286-8A1FEA00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B3328-C709-4318-A0F8-6384CEB8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CB4B3-9B51-40C3-92D5-A367C44D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DCFD5-F959-4C71-8EF0-3427E48B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5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E800-04CF-4F6D-B615-3DF0CA7F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88324-272C-4D2F-A0DC-32FAB6795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7F065-DB03-4D98-92DF-6C7B42BBE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30570-7BF5-49FB-9B32-88A51042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1AFF1-9FA6-4016-8400-AEF3504D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90BC1-B208-4A07-9E2C-6A770778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83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B170-8CC2-4177-98AA-BFFDF6E9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EAF8D-EF81-46B1-A4E1-EB9F073A5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1CB7-A33D-4939-933E-EA6CE06E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510E4-305F-4278-9D99-17041630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3D78D-747F-44ED-8DF5-A64A49AA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5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4186B-434B-490A-B494-52F4FE950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E5B13-3BF3-4241-9350-C262CA9D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2DFB-8687-40AB-BB43-47372D4E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4FB5-3365-4C71-AD14-4E943AF7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4CDE-CAF4-40AE-AC0C-F33D6606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8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9B9D7-8852-4C18-8BEA-F128D735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9DDC6-7647-462B-969F-9397636D6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B7049-A7A9-423B-A410-D0C41935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4BCB9-4E9F-4AF2-BF87-F090D7F7617D}" type="datetimeFigureOut">
              <a:rPr lang="en-IN" smtClean="0"/>
              <a:t>04/Apr/2026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FC1A-1FA5-44C6-A80B-71F8CBB09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C9AE2-6D33-4CB4-9F3F-3A0212D33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DA47E-2B71-4F7B-9888-6EC0582D9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4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3.0/" TargetMode="External"/><Relationship Id="rId2" Type="http://schemas.openxmlformats.org/officeDocument/2006/relationships/hyperlink" Target="https://foto.wuestenigel.com/chicken-nuggets-on-a-plate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hyperlink" Target="https://pixabay.com/en/vegetables-vegetable-basket-harvest-752153/" TargetMode="Externa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562B647-807E-4051-BE5D-33EA35F33DC5}"/>
              </a:ext>
            </a:extLst>
          </p:cNvPr>
          <p:cNvSpPr txBox="1"/>
          <p:nvPr/>
        </p:nvSpPr>
        <p:spPr>
          <a:xfrm>
            <a:off x="7610966" y="11511443"/>
            <a:ext cx="8919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s://foto.wuestenigel.com/chicken-nuggets-on-a-plat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/3.0/"/>
              </a:rPr>
              <a:t>CC BY</a:t>
            </a:r>
            <a:endParaRPr lang="en-IN" sz="9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4FE4E9-215F-42D4-9C0B-D0961CC68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20526" y="1543987"/>
            <a:ext cx="5126635" cy="3852472"/>
          </a:xfrm>
          <a:prstGeom prst="roundRect">
            <a:avLst>
              <a:gd name="adj" fmla="val 8594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8E6C0F8-D20B-4AEC-925A-4A3040C3C05B}"/>
              </a:ext>
            </a:extLst>
          </p:cNvPr>
          <p:cNvSpPr txBox="1"/>
          <p:nvPr/>
        </p:nvSpPr>
        <p:spPr>
          <a:xfrm>
            <a:off x="449706" y="2535288"/>
            <a:ext cx="6160956" cy="19389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IMPORTANCE OF HEALTHY FOOD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47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FB0F0-938E-4274-AE8B-61F6CBF880A7}"/>
              </a:ext>
            </a:extLst>
          </p:cNvPr>
          <p:cNvSpPr txBox="1"/>
          <p:nvPr/>
        </p:nvSpPr>
        <p:spPr>
          <a:xfrm>
            <a:off x="834683" y="798341"/>
            <a:ext cx="5261317" cy="5261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78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11</cp:revision>
  <dcterms:created xsi:type="dcterms:W3CDTF">2026-04-03T09:41:12Z</dcterms:created>
  <dcterms:modified xsi:type="dcterms:W3CDTF">2026-04-04T10:05:16Z</dcterms:modified>
</cp:coreProperties>
</file>