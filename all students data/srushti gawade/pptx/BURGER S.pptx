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140B"/>
    <a:srgbClr val="2B140C"/>
    <a:srgbClr val="120807"/>
    <a:srgbClr val="27120B"/>
    <a:srgbClr val="2D150C"/>
    <a:srgbClr val="29130B"/>
    <a:srgbClr val="3C2214"/>
    <a:srgbClr val="28120B"/>
    <a:srgbClr val="0F0805"/>
    <a:srgbClr val="10070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>
        <p:scale>
          <a:sx n="68" d="100"/>
          <a:sy n="68" d="100"/>
        </p:scale>
        <p:origin x="-60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AA578-7302-4690-B8DC-D31ECC5AD2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731F72-03BE-4C2A-9741-E7D14EDBE0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ACD9A9-A662-4AF7-8CE2-988DD9C74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8D77C-84EF-4000-9D48-AE606D24F8F1}" type="datetimeFigureOut">
              <a:rPr lang="en-IN" smtClean="0"/>
              <a:t>07/Apr/2026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1B31EC-AE0D-40B5-87EB-06D5B61A8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0E0E93-1A13-4C2A-AAAF-C506294C9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4D249-C325-456D-AC99-00631CE35D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202644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DDF43-3046-45FD-9FBA-4516B52AD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D7833F-83CB-4486-A314-C5BBB186C7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17633B-6DDA-49B5-B41D-F8E4D9BD6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8D77C-84EF-4000-9D48-AE606D24F8F1}" type="datetimeFigureOut">
              <a:rPr lang="en-IN" smtClean="0"/>
              <a:t>07/Apr/2026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B6989-1F96-4920-8672-F7BA67BDA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7357B0-F106-4B2A-B075-C74CD3FFE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4D249-C325-456D-AC99-00631CE35D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262762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133DC-057B-43D0-847E-4284F6C0A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B7FAAD-C508-4EF2-8F30-E4700D21C3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3F9B7A-66C7-4166-B99B-531DF307E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8D77C-84EF-4000-9D48-AE606D24F8F1}" type="datetimeFigureOut">
              <a:rPr lang="en-IN" smtClean="0"/>
              <a:t>07/Apr/2026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110C1E-9BA8-4129-BEF5-691E6A531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618148-9801-4849-A244-021672836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4D249-C325-456D-AC99-00631CE35D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026876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720E8-9C56-4B84-B760-134C10D151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D8C342-7442-4A93-AAB6-03006A0B99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943370-ADB2-490A-8BB5-FF239DECAD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D635FC-8D7B-4BB2-AB68-DFDDFED5A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8D77C-84EF-4000-9D48-AE606D24F8F1}" type="datetimeFigureOut">
              <a:rPr lang="en-IN" smtClean="0"/>
              <a:t>07/Apr/2026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3F0A4C-387A-4041-92A8-FA3A891A2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4F73FB-DF10-48A4-961D-3E120A8AF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4D249-C325-456D-AC99-00631CE35D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755099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E6840-86AA-45D8-A4FB-732C9EB3BB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272290-4246-4EAD-BDF3-3648F87827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B2F0CF-5914-42D2-83D0-CAE0E79E59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F2F64B-DA63-4444-9253-72940F47CC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602E92-3FB5-4B3F-89E1-41D688F7A0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CFD8B6-7438-4114-8928-82CFC201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8D77C-84EF-4000-9D48-AE606D24F8F1}" type="datetimeFigureOut">
              <a:rPr lang="en-IN" smtClean="0"/>
              <a:t>07/Apr/2026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D4E5EAE-D7F7-4DD2-BF83-806640BC2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D61E61-C0B5-4188-85DB-B35255D7D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4D249-C325-456D-AC99-00631CE35D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995759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D0DAB-349A-45F4-B104-DC8B223EC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11DAF0-7F34-4A31-AFAD-A867E736FB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8D77C-84EF-4000-9D48-AE606D24F8F1}" type="datetimeFigureOut">
              <a:rPr lang="en-IN" smtClean="0"/>
              <a:t>07/Apr/2026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9596BB-77A3-4353-BDBF-25D9DF7D2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A8A1EB-50D0-4022-BBBA-12B8305BD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4D249-C325-456D-AC99-00631CE35D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296134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EF0E4C-AEA2-4449-A24C-147F8FCBE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8D77C-84EF-4000-9D48-AE606D24F8F1}" type="datetimeFigureOut">
              <a:rPr lang="en-IN" smtClean="0"/>
              <a:t>07/Apr/2026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1530AC-92AA-4D47-BF25-84D175710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B74B83-1D01-4C49-802A-9B4F4C7FD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4D249-C325-456D-AC99-00631CE35D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198671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81A70-6C06-4CF8-9588-7AB1DFC13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55E2EC-CFDA-485E-BEB3-4CB75C2D0B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4989CD-D568-4A7B-82C9-71A3ADE338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AC8A6F-7ED0-42B2-B559-7B0CD0CC7C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8D77C-84EF-4000-9D48-AE606D24F8F1}" type="datetimeFigureOut">
              <a:rPr lang="en-IN" smtClean="0"/>
              <a:t>07/Apr/2026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369041-40A9-4B3E-B537-63C55237F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A22482-22FD-4456-812C-3F2E6B661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4D249-C325-456D-AC99-00631CE35D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673126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7177C-8BA2-4ABA-8FAE-60F0D8980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1D7C6E-42F7-4CB4-A9A0-03916A4849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E2E9DE-1709-49F2-B7C0-4C2E01F72A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4DE16F-0BE2-4E59-A040-C30868F0A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8D77C-84EF-4000-9D48-AE606D24F8F1}" type="datetimeFigureOut">
              <a:rPr lang="en-IN" smtClean="0"/>
              <a:t>07/Apr/2026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5372FF-79DF-42D1-8D8D-1C0DFE039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857A52-46BA-464F-A1FB-0CF00AE8F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4D249-C325-456D-AC99-00631CE35D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689819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F5B1F-8AA6-47F8-B832-F198F2014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129821-508B-43D9-AB5E-D139D6F04A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6F1FE8-4C09-4EBD-864B-3D71E3A5C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8D77C-84EF-4000-9D48-AE606D24F8F1}" type="datetimeFigureOut">
              <a:rPr lang="en-IN" smtClean="0"/>
              <a:t>07/Apr/2026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3DC98B-2F0E-49A0-AA7D-A77E1B3E4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D78E37-95AB-4BFD-BA5C-B57FB0BB6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4D249-C325-456D-AC99-00631CE35D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279962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DACCBB-187A-4F52-B6C0-E59C5E5A99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15DE34-B502-469B-B5B8-BB10E1092B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319538-8C9D-4216-A861-8503F2239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8D77C-84EF-4000-9D48-AE606D24F8F1}" type="datetimeFigureOut">
              <a:rPr lang="en-IN" smtClean="0"/>
              <a:t>07/Apr/2026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77ED82-C6C8-438F-BBC2-812301D24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00BAF5-CA59-4503-BF44-72181275A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4D249-C325-456D-AC99-00631CE35D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958709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89D402B-5B29-4DEA-80C8-A504F3453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95002A-5B8B-4B37-81A4-D352A9D8B9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BA3AF1-1EAE-4B6E-9FE3-4A164F6C01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28D77C-84EF-4000-9D48-AE606D24F8F1}" type="datetimeFigureOut">
              <a:rPr lang="en-IN" smtClean="0"/>
              <a:t>07/Apr/2026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C5CD4A-C0EF-4A04-9D00-78808FA8F7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65B82C-B7A1-4FB7-BC0C-5FD8B5F01D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14D249-C325-456D-AC99-00631CE35D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67139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7.png"/><Relationship Id="rId7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4.png"/><Relationship Id="rId4" Type="http://schemas.openxmlformats.org/officeDocument/2006/relationships/image" Target="../media/image6.png"/><Relationship Id="rId9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25700">
              <a:srgbClr val="3C2214"/>
            </a:gs>
            <a:gs pos="100000">
              <a:schemeClr val="tx1"/>
            </a:gs>
          </a:gsLst>
          <a:lin ang="11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A6A3C22-D772-4166-81A9-549E91760165}"/>
              </a:ext>
            </a:extLst>
          </p:cNvPr>
          <p:cNvSpPr/>
          <p:nvPr/>
        </p:nvSpPr>
        <p:spPr>
          <a:xfrm>
            <a:off x="0" y="0"/>
            <a:ext cx="12192000" cy="6897757"/>
          </a:xfrm>
          <a:prstGeom prst="rect">
            <a:avLst/>
          </a:prstGeom>
          <a:gradFill flip="none" rotWithShape="1">
            <a:gsLst>
              <a:gs pos="0">
                <a:srgbClr val="2D150C"/>
              </a:gs>
              <a:gs pos="100000">
                <a:srgbClr val="100706"/>
              </a:gs>
            </a:gsLst>
            <a:path path="circle">
              <a:fillToRect l="50000" t="50000" r="50000" b="50000"/>
            </a:path>
            <a:tileRect/>
          </a:gradFill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D29BB5-7F11-4DDD-B73E-A5C6C5B29B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34660"/>
            <a:ext cx="12192000" cy="176309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06F0961-524C-42EF-8389-362A7422B1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06120">
            <a:off x="4345892" y="3541176"/>
            <a:ext cx="3865770" cy="87081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6023C66-6758-4737-9D6A-D5B54B530B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328748">
            <a:off x="4393161" y="3425083"/>
            <a:ext cx="1026028" cy="151066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ECBFC9A-FE5D-4281-AB7C-EF0F69AEAB2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655966">
            <a:off x="5277931" y="3748848"/>
            <a:ext cx="959311" cy="124499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6D7D989-B265-4C63-8C71-3528D625E4B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1944169">
            <a:off x="6334036" y="4122484"/>
            <a:ext cx="965643" cy="56853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7250DB1E-EB39-4AE7-AC6E-94BD51EB123C}"/>
              </a:ext>
            </a:extLst>
          </p:cNvPr>
          <p:cNvSpPr txBox="1"/>
          <p:nvPr/>
        </p:nvSpPr>
        <p:spPr>
          <a:xfrm>
            <a:off x="0" y="541882"/>
            <a:ext cx="1331976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600" dirty="0">
                <a:ln w="15875">
                  <a:solidFill>
                    <a:schemeClr val="bg1"/>
                  </a:solidFill>
                </a:ln>
                <a:solidFill>
                  <a:schemeClr val="tx1">
                    <a:alpha val="0"/>
                  </a:schemeClr>
                </a:solidFill>
                <a:latin typeface="Arial Black" panose="020B0A04020102020204" pitchFamily="34" charset="0"/>
              </a:rPr>
              <a:t>   </a:t>
            </a:r>
            <a:endParaRPr lang="en-IN" sz="16600" dirty="0">
              <a:ln w="15875">
                <a:solidFill>
                  <a:schemeClr val="bg1"/>
                </a:solidFill>
              </a:ln>
              <a:solidFill>
                <a:schemeClr val="tx1">
                  <a:alpha val="0"/>
                </a:schemeClr>
              </a:solidFill>
              <a:latin typeface="Arial Black" panose="020B0A04020102020204" pitchFamily="34" charset="0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A882C770-8DCE-4143-AD9A-38DC912E7C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503336" flipH="1">
            <a:off x="6778066" y="3476347"/>
            <a:ext cx="1234412" cy="2010223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823DCD35-9BBD-4C05-BC12-B033A2BED37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768847">
            <a:off x="6243866" y="4178408"/>
            <a:ext cx="993722" cy="684176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E9AA5979-247C-4729-AD97-17114D264C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378326">
            <a:off x="5902583" y="4088767"/>
            <a:ext cx="1516260" cy="140881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5B7E0C17-5204-46CF-9FFB-E447EC891A4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363673">
            <a:off x="6527478" y="3824027"/>
            <a:ext cx="1364196" cy="74698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6106AF3B-1B12-4BEC-86BF-94D66C5928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936696">
            <a:off x="5677070" y="3791333"/>
            <a:ext cx="1643832" cy="527715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B70255F9-194E-4716-A29A-21D0D8842AE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43482">
            <a:off x="5477849" y="3993667"/>
            <a:ext cx="2187415" cy="1096802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CE63D457-88E9-4B2A-9DF5-2B458C5CC74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1344" y="4289764"/>
            <a:ext cx="1568124" cy="888919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970D8501-F580-4FB0-B7A2-E8472FC764F9}"/>
              </a:ext>
            </a:extLst>
          </p:cNvPr>
          <p:cNvSpPr txBox="1"/>
          <p:nvPr/>
        </p:nvSpPr>
        <p:spPr>
          <a:xfrm>
            <a:off x="607363" y="3478147"/>
            <a:ext cx="1400753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ln w="15875">
                  <a:solidFill>
                    <a:schemeClr val="bg1"/>
                  </a:solidFill>
                </a:ln>
                <a:solidFill>
                  <a:schemeClr val="tx1">
                    <a:alpha val="0"/>
                  </a:schemeClr>
                </a:solidFill>
                <a:latin typeface="Arial Black" panose="020B0A04020102020204" pitchFamily="34" charset="0"/>
              </a:rPr>
              <a:t>             FRESH</a:t>
            </a:r>
            <a:endParaRPr lang="en-IN" sz="7200" dirty="0">
              <a:ln w="15875">
                <a:solidFill>
                  <a:schemeClr val="bg1"/>
                </a:solidFill>
              </a:ln>
              <a:solidFill>
                <a:schemeClr val="tx1">
                  <a:alpha val="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5095338-C4A6-493C-839F-3C2785749D89}"/>
              </a:ext>
            </a:extLst>
          </p:cNvPr>
          <p:cNvSpPr txBox="1"/>
          <p:nvPr/>
        </p:nvSpPr>
        <p:spPr>
          <a:xfrm>
            <a:off x="4605373" y="3895012"/>
            <a:ext cx="637266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>
                <a:ln>
                  <a:solidFill>
                    <a:schemeClr val="bg1"/>
                  </a:solidFill>
                </a:ln>
                <a:solidFill>
                  <a:schemeClr val="bg1">
                    <a:alpha val="0"/>
                  </a:schemeClr>
                </a:solidFill>
                <a:latin typeface="Arial Black" panose="020B0A04020102020204" pitchFamily="34" charset="0"/>
              </a:rPr>
              <a:t>            </a:t>
            </a:r>
            <a:r>
              <a:rPr lang="en-US" sz="6000" dirty="0">
                <a:ln>
                  <a:solidFill>
                    <a:schemeClr val="bg1"/>
                  </a:solidFill>
                </a:ln>
                <a:solidFill>
                  <a:schemeClr val="bg1">
                    <a:alpha val="0"/>
                  </a:schemeClr>
                </a:solidFill>
                <a:latin typeface="Arial Black" panose="020B0A04020102020204" pitchFamily="34" charset="0"/>
              </a:rPr>
              <a:t>BURGER</a:t>
            </a:r>
            <a:endParaRPr lang="en-IN" sz="6000" dirty="0">
              <a:ln>
                <a:solidFill>
                  <a:schemeClr val="bg1"/>
                </a:solidFill>
              </a:ln>
              <a:solidFill>
                <a:schemeClr val="bg1">
                  <a:alpha val="0"/>
                </a:schemeClr>
              </a:solidFill>
              <a:latin typeface="Arial Black" panose="020B0A040201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621CE27-0048-4EFD-8199-D63DCA1E73E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5562" y="2364586"/>
            <a:ext cx="4614203" cy="3594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747582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3C2214"/>
            </a:gs>
            <a:gs pos="100000">
              <a:schemeClr val="tx1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A6A3C22-D772-4166-81A9-549E91760165}"/>
              </a:ext>
            </a:extLst>
          </p:cNvPr>
          <p:cNvSpPr/>
          <p:nvPr/>
        </p:nvSpPr>
        <p:spPr>
          <a:xfrm>
            <a:off x="-36990" y="31720"/>
            <a:ext cx="12228989" cy="6897757"/>
          </a:xfrm>
          <a:prstGeom prst="rect">
            <a:avLst/>
          </a:prstGeom>
          <a:gradFill flip="none" rotWithShape="1">
            <a:gsLst>
              <a:gs pos="56000">
                <a:srgbClr val="180B08"/>
              </a:gs>
              <a:gs pos="15000">
                <a:srgbClr val="3C2214"/>
              </a:gs>
              <a:gs pos="0">
                <a:srgbClr val="1F0E09"/>
              </a:gs>
              <a:gs pos="33000">
                <a:srgbClr val="2D150C"/>
              </a:gs>
              <a:gs pos="73000">
                <a:srgbClr val="100706"/>
              </a:gs>
            </a:gsLst>
            <a:path path="circle">
              <a:fillToRect l="50000" t="50000" r="50000" b="50000"/>
            </a:path>
            <a:tileRect/>
          </a:gradFill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D29BB5-7F11-4DDD-B73E-A5C6C5B29B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7158615"/>
            <a:ext cx="12192000" cy="143742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D40238A-0407-40A6-BD85-4E828D53DF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5398" y="360507"/>
            <a:ext cx="1568124" cy="88891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18F59CD-2720-4D8F-8EAC-D70065804E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86730">
            <a:off x="873387" y="1146988"/>
            <a:ext cx="2187415" cy="109680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8283FA9-11BF-479C-B212-D4AB5E0C34E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849840">
            <a:off x="7977497" y="410003"/>
            <a:ext cx="1364196" cy="74698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621CE27-0048-4EFD-8199-D63DCA1E73E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1298" y="1784001"/>
            <a:ext cx="4609514" cy="3594248"/>
          </a:xfrm>
          <a:prstGeom prst="rect">
            <a:avLst/>
          </a:prstGeom>
          <a:gradFill flip="none" rotWithShape="1">
            <a:gsLst>
              <a:gs pos="100000">
                <a:srgbClr val="2A140B"/>
              </a:gs>
              <a:gs pos="52000">
                <a:srgbClr val="2B140C"/>
              </a:gs>
              <a:gs pos="0">
                <a:scrgbClr r="0" g="0" b="0"/>
              </a:gs>
              <a:gs pos="100000">
                <a:schemeClr val="tx1"/>
              </a:gs>
            </a:gsLst>
            <a:path path="circle">
              <a:fillToRect l="50000" t="50000" r="50000" b="50000"/>
            </a:path>
            <a:tileRect/>
          </a:gradFill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58A1056-3994-48DC-BA25-AC523244683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636308">
            <a:off x="2407282" y="3873644"/>
            <a:ext cx="959311" cy="124499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DBCDFC7-E46A-48F2-AB64-CD996CB93A4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49670">
            <a:off x="887042" y="4704749"/>
            <a:ext cx="883632" cy="130100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7CBAA74-24E9-4F4C-A50F-236614FF3F0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638797">
            <a:off x="8520519" y="3976824"/>
            <a:ext cx="1516260" cy="14088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19D213F-D416-4425-8CFF-BEE3BADAF72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955706">
            <a:off x="-517651" y="3045193"/>
            <a:ext cx="3865770" cy="87081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EB3A921-F582-40B5-AEBE-9558E2C05B6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784778" flipH="1">
            <a:off x="9985308" y="417398"/>
            <a:ext cx="1234412" cy="201022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1102E8E-5F2B-4F62-A6C5-D342C2CC3B0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638797">
            <a:off x="8521797" y="3978687"/>
            <a:ext cx="1516260" cy="140881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AB0D313F-385F-42CA-AF31-58B2F637DF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217998">
            <a:off x="9514557" y="4924098"/>
            <a:ext cx="993722" cy="684176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FE0FB6D5-C539-4F11-B4C3-86E0FAE3974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438723">
            <a:off x="8947214" y="2835972"/>
            <a:ext cx="1643832" cy="527715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E3A4A6C8-A072-447E-A00D-D1AD46F8E57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431138">
            <a:off x="10998880" y="4472698"/>
            <a:ext cx="965643" cy="568531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960F0474-2298-441A-8E9C-DEE20FB12D7B}"/>
              </a:ext>
            </a:extLst>
          </p:cNvPr>
          <p:cNvSpPr txBox="1"/>
          <p:nvPr/>
        </p:nvSpPr>
        <p:spPr>
          <a:xfrm>
            <a:off x="188910" y="475995"/>
            <a:ext cx="1331976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600" dirty="0">
                <a:ln w="15875">
                  <a:solidFill>
                    <a:schemeClr val="bg1"/>
                  </a:solidFill>
                </a:ln>
                <a:solidFill>
                  <a:schemeClr val="tx1">
                    <a:alpha val="0"/>
                  </a:schemeClr>
                </a:solidFill>
                <a:latin typeface="Arial Black" panose="020B0A04020102020204" pitchFamily="34" charset="0"/>
              </a:rPr>
              <a:t>   FRESH</a:t>
            </a:r>
            <a:endParaRPr lang="en-IN" sz="16600" dirty="0">
              <a:ln w="15875">
                <a:solidFill>
                  <a:schemeClr val="bg1"/>
                </a:solidFill>
              </a:ln>
              <a:solidFill>
                <a:schemeClr val="tx1">
                  <a:alpha val="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8C801CD-D394-4FE2-8421-D0DF1893156B}"/>
              </a:ext>
            </a:extLst>
          </p:cNvPr>
          <p:cNvSpPr txBox="1"/>
          <p:nvPr/>
        </p:nvSpPr>
        <p:spPr>
          <a:xfrm>
            <a:off x="1216426" y="4641080"/>
            <a:ext cx="1005840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600" dirty="0">
                <a:ln>
                  <a:solidFill>
                    <a:schemeClr val="bg1"/>
                  </a:solidFill>
                </a:ln>
                <a:solidFill>
                  <a:schemeClr val="bg1">
                    <a:alpha val="0"/>
                  </a:schemeClr>
                </a:solidFill>
                <a:latin typeface="Arial Black" panose="020B0A04020102020204" pitchFamily="34" charset="0"/>
              </a:rPr>
              <a:t>BURGER</a:t>
            </a:r>
            <a:endParaRPr lang="en-IN" sz="19900" dirty="0">
              <a:ln>
                <a:solidFill>
                  <a:schemeClr val="bg1"/>
                </a:solidFill>
              </a:ln>
              <a:solidFill>
                <a:schemeClr val="bg1">
                  <a:alpha val="0"/>
                </a:schemeClr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875950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A6A3C22-D772-4166-81A9-549E91760165}"/>
              </a:ext>
            </a:extLst>
          </p:cNvPr>
          <p:cNvSpPr/>
          <p:nvPr/>
        </p:nvSpPr>
        <p:spPr>
          <a:xfrm>
            <a:off x="0" y="0"/>
            <a:ext cx="12192000" cy="6897757"/>
          </a:xfrm>
          <a:prstGeom prst="rect">
            <a:avLst/>
          </a:prstGeom>
          <a:gradFill flip="none" rotWithShape="1">
            <a:gsLst>
              <a:gs pos="0">
                <a:srgbClr val="2D150C"/>
              </a:gs>
              <a:gs pos="100000">
                <a:srgbClr val="100706"/>
              </a:gs>
            </a:gsLst>
            <a:path path="circle">
              <a:fillToRect l="50000" t="50000" r="50000" b="50000"/>
            </a:path>
            <a:tileRect/>
          </a:gradFill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D29BB5-7F11-4DDD-B73E-A5C6C5B29B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34660"/>
            <a:ext cx="12192000" cy="1763097"/>
          </a:xfrm>
          <a:prstGeom prst="rect">
            <a:avLst/>
          </a:prstGeom>
        </p:spPr>
      </p:pic>
      <p:pic>
        <p:nvPicPr>
          <p:cNvPr id="17" name="Picture 16" hidden="1">
            <a:extLst>
              <a:ext uri="{FF2B5EF4-FFF2-40B4-BE49-F238E27FC236}">
                <a16:creationId xmlns:a16="http://schemas.microsoft.com/office/drawing/2014/main" id="{006F0961-524C-42EF-8389-362A7422B1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06120">
            <a:off x="4345892" y="3541176"/>
            <a:ext cx="3865770" cy="870813"/>
          </a:xfrm>
          <a:prstGeom prst="rect">
            <a:avLst/>
          </a:prstGeom>
        </p:spPr>
      </p:pic>
      <p:pic>
        <p:nvPicPr>
          <p:cNvPr id="18" name="Picture 17" hidden="1">
            <a:extLst>
              <a:ext uri="{FF2B5EF4-FFF2-40B4-BE49-F238E27FC236}">
                <a16:creationId xmlns:a16="http://schemas.microsoft.com/office/drawing/2014/main" id="{76023C66-6758-4737-9D6A-D5B54B530B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328748">
            <a:off x="4393161" y="3425083"/>
            <a:ext cx="1026028" cy="1510661"/>
          </a:xfrm>
          <a:prstGeom prst="rect">
            <a:avLst/>
          </a:prstGeom>
        </p:spPr>
      </p:pic>
      <p:pic>
        <p:nvPicPr>
          <p:cNvPr id="19" name="Picture 18" hidden="1">
            <a:extLst>
              <a:ext uri="{FF2B5EF4-FFF2-40B4-BE49-F238E27FC236}">
                <a16:creationId xmlns:a16="http://schemas.microsoft.com/office/drawing/2014/main" id="{8ECBFC9A-FE5D-4281-AB7C-EF0F69AEAB2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655966">
            <a:off x="5277931" y="3748848"/>
            <a:ext cx="959311" cy="1244991"/>
          </a:xfrm>
          <a:prstGeom prst="rect">
            <a:avLst/>
          </a:prstGeom>
        </p:spPr>
      </p:pic>
      <p:pic>
        <p:nvPicPr>
          <p:cNvPr id="20" name="Picture 19" hidden="1">
            <a:extLst>
              <a:ext uri="{FF2B5EF4-FFF2-40B4-BE49-F238E27FC236}">
                <a16:creationId xmlns:a16="http://schemas.microsoft.com/office/drawing/2014/main" id="{76D7D989-B265-4C63-8C71-3528D625E4B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1944169">
            <a:off x="6334036" y="4122484"/>
            <a:ext cx="965643" cy="56853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7250DB1E-EB39-4AE7-AC6E-94BD51EB123C}"/>
              </a:ext>
            </a:extLst>
          </p:cNvPr>
          <p:cNvSpPr txBox="1"/>
          <p:nvPr/>
        </p:nvSpPr>
        <p:spPr>
          <a:xfrm>
            <a:off x="0" y="541882"/>
            <a:ext cx="1331976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600" dirty="0">
                <a:ln w="15875">
                  <a:solidFill>
                    <a:schemeClr val="bg1"/>
                  </a:solidFill>
                </a:ln>
                <a:solidFill>
                  <a:schemeClr val="tx1">
                    <a:alpha val="0"/>
                  </a:schemeClr>
                </a:solidFill>
                <a:latin typeface="Arial Black" panose="020B0A04020102020204" pitchFamily="34" charset="0"/>
              </a:rPr>
              <a:t>   </a:t>
            </a:r>
            <a:endParaRPr lang="en-IN" sz="16600" dirty="0">
              <a:ln w="15875">
                <a:solidFill>
                  <a:schemeClr val="bg1"/>
                </a:solidFill>
              </a:ln>
              <a:solidFill>
                <a:schemeClr val="tx1">
                  <a:alpha val="0"/>
                </a:schemeClr>
              </a:solidFill>
              <a:latin typeface="Arial Black" panose="020B0A04020102020204" pitchFamily="34" charset="0"/>
            </a:endParaRPr>
          </a:p>
        </p:txBody>
      </p:sp>
      <p:pic>
        <p:nvPicPr>
          <p:cNvPr id="27" name="Picture 26" hidden="1">
            <a:extLst>
              <a:ext uri="{FF2B5EF4-FFF2-40B4-BE49-F238E27FC236}">
                <a16:creationId xmlns:a16="http://schemas.microsoft.com/office/drawing/2014/main" id="{A882C770-8DCE-4143-AD9A-38DC912E7C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503336" flipH="1">
            <a:off x="6778066" y="3476347"/>
            <a:ext cx="1234412" cy="2010223"/>
          </a:xfrm>
          <a:prstGeom prst="rect">
            <a:avLst/>
          </a:prstGeom>
        </p:spPr>
      </p:pic>
      <p:pic>
        <p:nvPicPr>
          <p:cNvPr id="28" name="Picture 27" hidden="1">
            <a:extLst>
              <a:ext uri="{FF2B5EF4-FFF2-40B4-BE49-F238E27FC236}">
                <a16:creationId xmlns:a16="http://schemas.microsoft.com/office/drawing/2014/main" id="{823DCD35-9BBD-4C05-BC12-B033A2BED37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768847">
            <a:off x="6243866" y="4178408"/>
            <a:ext cx="993722" cy="684176"/>
          </a:xfrm>
          <a:prstGeom prst="rect">
            <a:avLst/>
          </a:prstGeom>
        </p:spPr>
      </p:pic>
      <p:pic>
        <p:nvPicPr>
          <p:cNvPr id="29" name="Picture 28" hidden="1">
            <a:extLst>
              <a:ext uri="{FF2B5EF4-FFF2-40B4-BE49-F238E27FC236}">
                <a16:creationId xmlns:a16="http://schemas.microsoft.com/office/drawing/2014/main" id="{E9AA5979-247C-4729-AD97-17114D264C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378326">
            <a:off x="5902583" y="4088767"/>
            <a:ext cx="1516260" cy="140881"/>
          </a:xfrm>
          <a:prstGeom prst="rect">
            <a:avLst/>
          </a:prstGeom>
        </p:spPr>
      </p:pic>
      <p:pic>
        <p:nvPicPr>
          <p:cNvPr id="30" name="Picture 29" hidden="1">
            <a:extLst>
              <a:ext uri="{FF2B5EF4-FFF2-40B4-BE49-F238E27FC236}">
                <a16:creationId xmlns:a16="http://schemas.microsoft.com/office/drawing/2014/main" id="{5B7E0C17-5204-46CF-9FFB-E447EC891A4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363673">
            <a:off x="6527478" y="3824027"/>
            <a:ext cx="1364196" cy="746980"/>
          </a:xfrm>
          <a:prstGeom prst="rect">
            <a:avLst/>
          </a:prstGeom>
        </p:spPr>
      </p:pic>
      <p:pic>
        <p:nvPicPr>
          <p:cNvPr id="31" name="Picture 30" hidden="1">
            <a:extLst>
              <a:ext uri="{FF2B5EF4-FFF2-40B4-BE49-F238E27FC236}">
                <a16:creationId xmlns:a16="http://schemas.microsoft.com/office/drawing/2014/main" id="{6106AF3B-1B12-4BEC-86BF-94D66C5928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936696">
            <a:off x="5677070" y="3791333"/>
            <a:ext cx="1643832" cy="527715"/>
          </a:xfrm>
          <a:prstGeom prst="rect">
            <a:avLst/>
          </a:prstGeom>
        </p:spPr>
      </p:pic>
      <p:pic>
        <p:nvPicPr>
          <p:cNvPr id="32" name="Picture 31" hidden="1">
            <a:extLst>
              <a:ext uri="{FF2B5EF4-FFF2-40B4-BE49-F238E27FC236}">
                <a16:creationId xmlns:a16="http://schemas.microsoft.com/office/drawing/2014/main" id="{B70255F9-194E-4716-A29A-21D0D8842AE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43482">
            <a:off x="5477849" y="3993667"/>
            <a:ext cx="2187415" cy="1096802"/>
          </a:xfrm>
          <a:prstGeom prst="rect">
            <a:avLst/>
          </a:prstGeom>
        </p:spPr>
      </p:pic>
      <p:pic>
        <p:nvPicPr>
          <p:cNvPr id="33" name="Picture 32" hidden="1">
            <a:extLst>
              <a:ext uri="{FF2B5EF4-FFF2-40B4-BE49-F238E27FC236}">
                <a16:creationId xmlns:a16="http://schemas.microsoft.com/office/drawing/2014/main" id="{CE63D457-88E9-4B2A-9DF5-2B458C5CC74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1344" y="4289764"/>
            <a:ext cx="1568124" cy="888919"/>
          </a:xfrm>
          <a:prstGeom prst="rect">
            <a:avLst/>
          </a:prstGeom>
        </p:spPr>
      </p:pic>
      <p:sp>
        <p:nvSpPr>
          <p:cNvPr id="36" name="TextBox 35" hidden="1">
            <a:extLst>
              <a:ext uri="{FF2B5EF4-FFF2-40B4-BE49-F238E27FC236}">
                <a16:creationId xmlns:a16="http://schemas.microsoft.com/office/drawing/2014/main" id="{970D8501-F580-4FB0-B7A2-E8472FC764F9}"/>
              </a:ext>
            </a:extLst>
          </p:cNvPr>
          <p:cNvSpPr txBox="1"/>
          <p:nvPr/>
        </p:nvSpPr>
        <p:spPr>
          <a:xfrm>
            <a:off x="607363" y="3478147"/>
            <a:ext cx="1400753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ln w="15875">
                  <a:solidFill>
                    <a:schemeClr val="bg1"/>
                  </a:solidFill>
                </a:ln>
                <a:solidFill>
                  <a:schemeClr val="tx1">
                    <a:alpha val="0"/>
                  </a:schemeClr>
                </a:solidFill>
                <a:latin typeface="Arial Black" panose="020B0A04020102020204" pitchFamily="34" charset="0"/>
              </a:rPr>
              <a:t>             FRESH</a:t>
            </a:r>
            <a:endParaRPr lang="en-IN" sz="7200" dirty="0">
              <a:ln w="15875">
                <a:solidFill>
                  <a:schemeClr val="bg1"/>
                </a:solidFill>
              </a:ln>
              <a:solidFill>
                <a:schemeClr val="tx1">
                  <a:alpha val="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37" name="TextBox 36" hidden="1">
            <a:extLst>
              <a:ext uri="{FF2B5EF4-FFF2-40B4-BE49-F238E27FC236}">
                <a16:creationId xmlns:a16="http://schemas.microsoft.com/office/drawing/2014/main" id="{B5095338-C4A6-493C-839F-3C2785749D89}"/>
              </a:ext>
            </a:extLst>
          </p:cNvPr>
          <p:cNvSpPr txBox="1"/>
          <p:nvPr/>
        </p:nvSpPr>
        <p:spPr>
          <a:xfrm>
            <a:off x="1216426" y="4641080"/>
            <a:ext cx="10058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ln>
                  <a:solidFill>
                    <a:schemeClr val="bg1"/>
                  </a:solidFill>
                </a:ln>
                <a:solidFill>
                  <a:schemeClr val="bg1">
                    <a:alpha val="0"/>
                  </a:schemeClr>
                </a:solidFill>
                <a:latin typeface="Arial Black" panose="020B0A04020102020204" pitchFamily="34" charset="0"/>
              </a:rPr>
              <a:t>         BURGER</a:t>
            </a:r>
            <a:endParaRPr lang="en-IN" sz="7200" dirty="0">
              <a:ln>
                <a:solidFill>
                  <a:schemeClr val="bg1"/>
                </a:solidFill>
              </a:ln>
              <a:solidFill>
                <a:schemeClr val="bg1">
                  <a:alpha val="0"/>
                </a:schemeClr>
              </a:solidFill>
              <a:latin typeface="Arial Black" panose="020B0A040201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621CE27-0048-4EFD-8199-D63DCA1E73E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0557" y="2326609"/>
            <a:ext cx="4614203" cy="3594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60785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280</TotalTime>
  <Words>13</Words>
  <Application>Microsoft Office PowerPoint</Application>
  <PresentationFormat>Widescreen</PresentationFormat>
  <Paragraphs>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Arial Black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lastModifiedBy>Administrator</cp:lastModifiedBy>
  <cp:revision>30</cp:revision>
  <dcterms:created xsi:type="dcterms:W3CDTF">2026-04-04T10:14:50Z</dcterms:created>
  <dcterms:modified xsi:type="dcterms:W3CDTF">2026-04-07T10:17:49Z</dcterms:modified>
</cp:coreProperties>
</file>