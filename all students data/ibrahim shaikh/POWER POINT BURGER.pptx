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79" autoAdjust="0"/>
    <p:restoredTop sz="94660"/>
  </p:normalViewPr>
  <p:slideViewPr>
    <p:cSldViewPr snapToGrid="0">
      <p:cViewPr varScale="1">
        <p:scale>
          <a:sx n="72" d="100"/>
          <a:sy n="72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D5CA2-6EDB-4A17-8AC2-C3F8ADAAF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308BF-1964-4F23-908B-87C8DED2F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4EEF5-7021-43CF-8FCF-10182191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FCE43-51CE-4343-B87D-D411457F9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1E84F-7349-42F8-8D12-1EBED680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0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4410-E267-4908-9D24-BBF4DAF9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08846-406B-409B-AFF9-C37480571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26B06-7D9E-4966-BE2D-3F2F999C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89028-9F64-4101-8B56-639B3424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9B00C-C3C0-4642-AE50-40A27D06F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441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1AD9B-49CD-4E80-B312-FCF8D950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6AE85-CAD7-4236-A3C4-04019D095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11BFC-B05B-4822-9628-3EDAF7D69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00451-7129-4E05-9292-EE6C09CC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5AD72-83F0-49FB-A792-350077358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51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0427-78C5-45CD-ADA7-88E2C641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68B9-B6ED-46D7-A705-02895DE0F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8A39B-DD5D-4364-A263-A0B119777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CB35D-491C-4991-A52A-232D3C368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06FBD-4147-44F7-9642-76A9E384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6C0FE-BD52-47CD-A8BE-1A4AAB20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28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FEEE7-BFBE-4B2C-A8FE-CF6AD9F5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154C0-2195-43CF-B537-BD8671861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9DC72-E4AC-4C8B-ADA4-7AEA248BC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5FC282-A423-4D3B-8309-28A23754A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338410-376F-4969-93B8-C1ECA4305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3D1ADD-D9D6-4E36-8BEA-9BA3DB57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547EB5-FF26-4AB8-A79E-C06DAB62F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7C53C-7FAE-4606-9D0C-3486759B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877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654D-77B5-42E5-9C51-65F7502D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7EA030-4AE1-48A7-BF0D-7E5A5AC6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FFF49-23B4-44AA-9063-311DF7A1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F68C5-899A-4A16-8A36-A2EC271B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32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1B7EA-C16F-4329-9FAB-83543DE58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D4FCF-7CB1-4933-B55C-2388CF84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AE221-1411-4717-84DA-96059CFB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65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90B3-E7EA-4C2F-BA92-43D823BD0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63B95-D478-4308-824E-64F35749A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C4018-467B-441E-AE20-0E61B3E5A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4C73B-14AE-4731-8B5B-6347E0EF7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5FAE4-9EA4-4D2D-A0AA-1F9EE01A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BE5F4-3E50-4AAD-B824-8A516D95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99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98114-DC0A-4136-9A7D-2C61FFEC2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48462-9101-4E48-81EE-7A3DDF482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9BCBF-FDDE-4077-8AFF-3843237C1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A1B2B-5C7A-4DA2-A5AF-8A29D4B33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C8C1D-DC59-4AF7-858E-834694441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FE102-794F-4997-952D-B4B063DB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4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0425-198D-4784-9474-3A69A6E0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C935F-8CE5-42DB-8FFF-EF1661A0B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A24BB-2CAB-40F7-BABC-954A8170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9E001-9CE4-4D4A-90FA-1210BD67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8A8E4-EAC7-4643-A50F-696148DB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869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8E259C-BB4F-422F-99D5-F6AE6769F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D1E21-4663-48A5-BDC2-C423913F4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996D-E06B-4979-953F-6B16DB10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3ED4A-19E1-4D84-BA0C-8C6B5090C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400B1-EBF8-4B00-9927-0FFB8F5A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9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B76F86-C5B0-482E-B365-2D936330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97408-1A55-46F1-A2CA-11AA17513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2254D-AB4F-460A-81B0-DFD5E3AC8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8094-C34C-4E93-B7A7-0B16E1721A59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8FDA3-FDC9-4916-BBBC-169E1059A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00FC5-4377-421A-9617-AE3629FCD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FE57F-DB42-4F72-9C17-2BDAB4A52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7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684245-F5B4-42AE-B5D7-4EF594D5163C}"/>
              </a:ext>
            </a:extLst>
          </p:cNvPr>
          <p:cNvSpPr/>
          <p:nvPr/>
        </p:nvSpPr>
        <p:spPr>
          <a:xfrm>
            <a:off x="0" y="0"/>
            <a:ext cx="12192000" cy="497058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Table PNG, Vector, PSD, and Clipart With Transparent ...">
            <a:extLst>
              <a:ext uri="{FF2B5EF4-FFF2-40B4-BE49-F238E27FC236}">
                <a16:creationId xmlns:a16="http://schemas.microsoft.com/office/drawing/2014/main" id="{F4D5ED00-B4BA-4874-B7FA-2014268DA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8056" l="2500" r="99167">
                        <a14:foregroundMark x1="2500" y1="67778" x2="3611" y2="84444"/>
                        <a14:foregroundMark x1="3611" y1="84444" x2="12222" y2="97500"/>
                        <a14:foregroundMark x1="12222" y1="97500" x2="28056" y2="98333"/>
                        <a14:foregroundMark x1="28056" y1="98333" x2="46667" y2="96111"/>
                        <a14:foregroundMark x1="46667" y1="96111" x2="31944" y2="93056"/>
                        <a14:foregroundMark x1="31944" y1="93056" x2="50000" y2="98611"/>
                        <a14:foregroundMark x1="50000" y1="98611" x2="76667" y2="98889"/>
                        <a14:foregroundMark x1="76667" y1="98889" x2="95833" y2="94167"/>
                        <a14:foregroundMark x1="95833" y1="94167" x2="95556" y2="69722"/>
                        <a14:foregroundMark x1="5833" y1="65278" x2="2500" y2="81944"/>
                        <a14:foregroundMark x1="2500" y1="81944" x2="6389" y2="97778"/>
                        <a14:foregroundMark x1="6389" y1="97778" x2="30000" y2="99167"/>
                        <a14:foregroundMark x1="30000" y1="99167" x2="75833" y2="98333"/>
                        <a14:foregroundMark x1="75833" y1="98333" x2="75833" y2="98333"/>
                        <a14:foregroundMark x1="98056" y1="73611" x2="99444" y2="97222"/>
                        <a14:foregroundMark x1="2500" y1="65556" x2="5278" y2="9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778976"/>
            <a:ext cx="12192000" cy="5079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urger PNG Transparent Images Free ...">
            <a:extLst>
              <a:ext uri="{FF2B5EF4-FFF2-40B4-BE49-F238E27FC236}">
                <a16:creationId xmlns:a16="http://schemas.microsoft.com/office/drawing/2014/main" id="{2A21C0BB-22B0-4267-ABE3-C6DF6FEF9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8" b="89778" l="8000" r="94222">
                        <a14:foregroundMark x1="12000" y1="44444" x2="15111" y2="62667"/>
                        <a14:foregroundMark x1="8500" y1="74667" x2="8256" y2="75968"/>
                        <a14:foregroundMark x1="10667" y1="63111" x2="8500" y2="74667"/>
                        <a14:foregroundMark x1="92000" y1="42667" x2="90222" y2="48889"/>
                        <a14:foregroundMark x1="94222" y1="67111" x2="93778" y2="71556"/>
                        <a14:backgroundMark x1="10667" y1="78222" x2="10667" y2="85333"/>
                        <a14:backgroundMark x1="8000" y1="76000" x2="8444" y2="79556"/>
                        <a14:backgroundMark x1="8444" y1="74667" x2="8444" y2="74667"/>
                        <a14:backgroundMark x1="8444" y1="74667" x2="8444" y2="7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299" y="2333992"/>
            <a:ext cx="3580300" cy="358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563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684245-F5B4-42AE-B5D7-4EF594D5163C}"/>
              </a:ext>
            </a:extLst>
          </p:cNvPr>
          <p:cNvSpPr/>
          <p:nvPr/>
        </p:nvSpPr>
        <p:spPr>
          <a:xfrm>
            <a:off x="-270822" y="1"/>
            <a:ext cx="12733644" cy="788963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Table PNG, Vector, PSD, and Clipart With Transparent ...">
            <a:extLst>
              <a:ext uri="{FF2B5EF4-FFF2-40B4-BE49-F238E27FC236}">
                <a16:creationId xmlns:a16="http://schemas.microsoft.com/office/drawing/2014/main" id="{F4D5ED00-B4BA-4874-B7FA-2014268DA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8056" l="2500" r="99167">
                        <a14:foregroundMark x1="2500" y1="67778" x2="3611" y2="84444"/>
                        <a14:foregroundMark x1="3611" y1="84444" x2="12222" y2="97500"/>
                        <a14:foregroundMark x1="12222" y1="97500" x2="28056" y2="98333"/>
                        <a14:foregroundMark x1="28056" y1="98333" x2="46667" y2="96111"/>
                        <a14:foregroundMark x1="46667" y1="96111" x2="31944" y2="93056"/>
                        <a14:foregroundMark x1="31944" y1="93056" x2="50000" y2="98611"/>
                        <a14:foregroundMark x1="50000" y1="98611" x2="76667" y2="98889"/>
                        <a14:foregroundMark x1="76667" y1="98889" x2="95833" y2="94167"/>
                        <a14:foregroundMark x1="95833" y1="94167" x2="95556" y2="69722"/>
                        <a14:foregroundMark x1="5833" y1="65278" x2="2500" y2="81944"/>
                        <a14:foregroundMark x1="2500" y1="81944" x2="6389" y2="97778"/>
                        <a14:foregroundMark x1="6389" y1="97778" x2="30000" y2="99167"/>
                        <a14:foregroundMark x1="30000" y1="99167" x2="75833" y2="98333"/>
                        <a14:foregroundMark x1="75833" y1="98333" x2="75833" y2="98333"/>
                        <a14:foregroundMark x1="98056" y1="73611" x2="99444" y2="97222"/>
                        <a14:foregroundMark x1="2500" y1="65556" x2="5278" y2="9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0822" y="2664354"/>
            <a:ext cx="12955265" cy="539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urger PNG Transparent Images Free ...">
            <a:extLst>
              <a:ext uri="{FF2B5EF4-FFF2-40B4-BE49-F238E27FC236}">
                <a16:creationId xmlns:a16="http://schemas.microsoft.com/office/drawing/2014/main" id="{2A21C0BB-22B0-4267-ABE3-C6DF6FEF9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8" b="89778" l="8000" r="94222">
                        <a14:foregroundMark x1="12000" y1="44444" x2="15111" y2="62667"/>
                        <a14:foregroundMark x1="8500" y1="74667" x2="8256" y2="75968"/>
                        <a14:foregroundMark x1="10667" y1="63111" x2="8500" y2="74667"/>
                        <a14:foregroundMark x1="92000" y1="42667" x2="90222" y2="48889"/>
                        <a14:foregroundMark x1="94222" y1="67111" x2="93778" y2="71556"/>
                        <a14:backgroundMark x1="10667" y1="78222" x2="10667" y2="85333"/>
                        <a14:backgroundMark x1="8000" y1="76000" x2="8444" y2="79556"/>
                        <a14:backgroundMark x1="8444" y1="74667" x2="8444" y2="74667"/>
                        <a14:backgroundMark x1="8444" y1="74667" x2="8444" y2="7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013" y="2895118"/>
            <a:ext cx="3580300" cy="358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18,482 Lettuce Leaf Hamburger Royalty ...">
            <a:extLst>
              <a:ext uri="{FF2B5EF4-FFF2-40B4-BE49-F238E27FC236}">
                <a16:creationId xmlns:a16="http://schemas.microsoft.com/office/drawing/2014/main" id="{7CB8A380-B46A-4DC5-85DE-77B0BDA2B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74851">
            <a:off x="291940" y="632118"/>
            <a:ext cx="3232311" cy="231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514,800+ Tomato Slices Stock Photos ...">
            <a:extLst>
              <a:ext uri="{FF2B5EF4-FFF2-40B4-BE49-F238E27FC236}">
                <a16:creationId xmlns:a16="http://schemas.microsoft.com/office/drawing/2014/main" id="{8E9C0B73-D46D-4CD9-8205-9A287BEB1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000" b="94909" l="9290" r="88525">
                        <a14:foregroundMark x1="50820" y1="50545" x2="50820" y2="50545"/>
                        <a14:foregroundMark x1="50820" y1="49818" x2="50820" y2="49818"/>
                        <a14:foregroundMark x1="68306" y1="32727" x2="68306" y2="32727"/>
                        <a14:foregroundMark x1="68306" y1="32727" x2="68306" y2="32727"/>
                        <a14:foregroundMark x1="64481" y1="22545" x2="64481" y2="22545"/>
                        <a14:foregroundMark x1="64481" y1="22545" x2="64481" y2="22545"/>
                        <a14:foregroundMark x1="53552" y1="7273" x2="53552" y2="7273"/>
                        <a14:foregroundMark x1="53552" y1="7273" x2="53552" y2="7273"/>
                        <a14:foregroundMark x1="50273" y1="4000" x2="50273" y2="4000"/>
                        <a14:foregroundMark x1="64481" y1="18909" x2="64481" y2="18909"/>
                        <a14:foregroundMark x1="61749" y1="18909" x2="61749" y2="18909"/>
                        <a14:foregroundMark x1="78689" y1="44364" x2="78689" y2="44364"/>
                        <a14:foregroundMark x1="78689" y1="44364" x2="78689" y2="44364"/>
                        <a14:foregroundMark x1="65574" y1="57455" x2="65574" y2="57455"/>
                        <a14:foregroundMark x1="49727" y1="60364" x2="49727" y2="60364"/>
                        <a14:foregroundMark x1="34973" y1="62545" x2="34973" y2="62545"/>
                        <a14:foregroundMark x1="34973" y1="62545" x2="34973" y2="62545"/>
                        <a14:foregroundMark x1="23497" y1="65091" x2="23497" y2="65091"/>
                        <a14:foregroundMark x1="23497" y1="65091" x2="23497" y2="65091"/>
                        <a14:foregroundMark x1="25137" y1="64000" x2="25137" y2="64000"/>
                        <a14:foregroundMark x1="25137" y1="64000" x2="25137" y2="64000"/>
                        <a14:foregroundMark x1="52459" y1="88000" x2="52459" y2="88000"/>
                        <a14:foregroundMark x1="52459" y1="88000" x2="52459" y2="88000"/>
                        <a14:foregroundMark x1="46995" y1="90909" x2="46995" y2="90909"/>
                        <a14:foregroundMark x1="46995" y1="90909" x2="46995" y2="90909"/>
                        <a14:foregroundMark x1="45902" y1="94909" x2="45902" y2="94909"/>
                        <a14:foregroundMark x1="75410" y1="68727" x2="73770" y2="68727"/>
                        <a14:foregroundMark x1="42623" y1="76364" x2="42623" y2="76364"/>
                        <a14:foregroundMark x1="30601" y1="38182" x2="30601" y2="38182"/>
                        <a14:foregroundMark x1="31148" y1="52000" x2="31148" y2="52000"/>
                        <a14:foregroundMark x1="22404" y1="68000" x2="22404" y2="68000"/>
                        <a14:foregroundMark x1="23497" y1="67636" x2="23497" y2="67636"/>
                        <a14:foregroundMark x1="23497" y1="67636" x2="23497" y2="67636"/>
                        <a14:foregroundMark x1="31148" y1="67636" x2="31148" y2="67636"/>
                        <a14:foregroundMark x1="31148" y1="66545" x2="31148" y2="66545"/>
                        <a14:foregroundMark x1="31148" y1="66545" x2="31148" y2="66182"/>
                        <a14:foregroundMark x1="26776" y1="66182" x2="26776" y2="66182"/>
                        <a14:foregroundMark x1="26776" y1="66182" x2="26776" y2="66182"/>
                        <a14:foregroundMark x1="36612" y1="64727" x2="36612" y2="64727"/>
                        <a14:foregroundMark x1="36612" y1="64000" x2="36612" y2="64000"/>
                        <a14:foregroundMark x1="30601" y1="62909" x2="30601" y2="62909"/>
                        <a14:foregroundMark x1="30601" y1="62909" x2="30601" y2="62909"/>
                        <a14:foregroundMark x1="30601" y1="62545" x2="30601" y2="62545"/>
                        <a14:foregroundMark x1="30601" y1="62545" x2="30601" y2="62545"/>
                        <a14:foregroundMark x1="28415" y1="62545" x2="28415" y2="62545"/>
                        <a14:foregroundMark x1="23497" y1="65455" x2="23497" y2="65455"/>
                        <a14:foregroundMark x1="23497" y1="66182" x2="23497" y2="66182"/>
                        <a14:foregroundMark x1="23497" y1="66182" x2="23497" y2="66182"/>
                        <a14:foregroundMark x1="23497" y1="69455" x2="23497" y2="73818"/>
                        <a14:foregroundMark x1="33333" y1="62545" x2="33333" y2="62545"/>
                        <a14:foregroundMark x1="33333" y1="62182" x2="33333" y2="62182"/>
                        <a14:foregroundMark x1="33333" y1="61455" x2="33333" y2="61455"/>
                        <a14:foregroundMark x1="33333" y1="61091" x2="33333" y2="61091"/>
                        <a14:foregroundMark x1="26776" y1="62182" x2="26776" y2="62182"/>
                        <a14:foregroundMark x1="26776" y1="62909" x2="26776" y2="62909"/>
                        <a14:foregroundMark x1="31148" y1="64727" x2="31148" y2="64727"/>
                        <a14:foregroundMark x1="32240" y1="64727" x2="32240" y2="64727"/>
                        <a14:foregroundMark x1="32240" y1="64727" x2="32240" y2="64727"/>
                        <a14:foregroundMark x1="32787" y1="64727" x2="32787" y2="64727"/>
                        <a14:foregroundMark x1="31148" y1="61091" x2="31148" y2="61091"/>
                        <a14:foregroundMark x1="31148" y1="61091" x2="31148" y2="61091"/>
                        <a14:foregroundMark x1="31148" y1="61091" x2="31148" y2="61091"/>
                        <a14:foregroundMark x1="31148" y1="61091" x2="31148" y2="61091"/>
                        <a14:foregroundMark x1="30601" y1="62182" x2="30601" y2="62182"/>
                        <a14:foregroundMark x1="28962" y1="63636" x2="28962" y2="63636"/>
                        <a14:foregroundMark x1="28962" y1="63636" x2="28962" y2="63636"/>
                        <a14:foregroundMark x1="28962" y1="63636" x2="28962" y2="63636"/>
                        <a14:foregroundMark x1="26776" y1="65091" x2="26776" y2="65091"/>
                        <a14:foregroundMark x1="26776" y1="66182" x2="26776" y2="66182"/>
                        <a14:foregroundMark x1="26230" y1="66182" x2="26230" y2="66182"/>
                        <a14:foregroundMark x1="26230" y1="66182" x2="26230" y2="66182"/>
                        <a14:foregroundMark x1="26230" y1="66182" x2="26230" y2="66182"/>
                        <a14:backgroundMark x1="14203" y1="69820" x2="8743" y2="72000"/>
                        <a14:backgroundMark x1="18760" y1="68000" x2="15116" y2="69455"/>
                        <a14:backgroundMark x1="19672" y1="67636" x2="18760" y2="68000"/>
                        <a14:backgroundMark x1="24043" y1="61455" x2="22951" y2="62182"/>
                        <a14:backgroundMark x1="24590" y1="61091" x2="24043" y2="61455"/>
                        <a14:backgroundMark x1="14466" y1="73818" x2="7650" y2="78909"/>
                        <a14:backgroundMark x1="22255" y1="68000" x2="20307" y2="69455"/>
                        <a14:backgroundMark x1="22742" y1="67636" x2="22255" y2="68000"/>
                        <a14:backgroundMark x1="24203" y1="66545" x2="22742" y2="67636"/>
                        <a14:backgroundMark x1="24689" y1="66182" x2="24203" y2="66545"/>
                        <a14:backgroundMark x1="25663" y1="65455" x2="24689" y2="66182"/>
                        <a14:backgroundMark x1="26150" y1="65091" x2="25663" y2="65455"/>
                        <a14:backgroundMark x1="26637" y1="64727" x2="26150" y2="65091"/>
                        <a14:backgroundMark x1="27610" y1="64000" x2="26637" y2="64727"/>
                        <a14:backgroundMark x1="28097" y1="63636" x2="27610" y2="64000"/>
                        <a14:backgroundMark x1="29071" y1="62909" x2="28097" y2="63636"/>
                        <a14:backgroundMark x1="29320" y1="62723" x2="29071" y2="62909"/>
                        <a14:backgroundMark x1="29558" y1="62545" x2="29448" y2="62627"/>
                        <a14:backgroundMark x1="30044" y1="62182" x2="29558" y2="62545"/>
                        <a14:backgroundMark x1="31018" y1="61455" x2="30044" y2="62182"/>
                        <a14:backgroundMark x1="31505" y1="61091" x2="31018" y2="61455"/>
                        <a14:backgroundMark x1="32478" y1="60364" x2="31505" y2="61091"/>
                        <a14:backgroundMark x1="34426" y1="58909" x2="32478" y2="60364"/>
                        <a14:backgroundMark x1="29508" y1="62545" x2="29508" y2="62545"/>
                        <a14:backgroundMark x1="31330" y1="64727" x2="30601" y2="65091"/>
                        <a14:backgroundMark x1="32787" y1="64000" x2="31330" y2="64727"/>
                        <a14:backgroundMark x1="33516" y1="63636" x2="32787" y2="64000"/>
                        <a14:backgroundMark x1="34973" y1="62909" x2="33516" y2="63636"/>
                        <a14:backgroundMark x1="32749" y1="61455" x2="33333" y2="61091"/>
                        <a14:backgroundMark x1="31584" y1="62182" x2="32749" y2="61455"/>
                        <a14:backgroundMark x1="31002" y1="62545" x2="31584" y2="62182"/>
                        <a14:backgroundMark x1="30419" y1="62909" x2="31002" y2="62545"/>
                        <a14:backgroundMark x1="29775" y1="63311" x2="30419" y2="62909"/>
                        <a14:backgroundMark x1="29253" y1="63636" x2="29641" y2="63394"/>
                        <a14:backgroundMark x1="28669" y1="64000" x2="29253" y2="63636"/>
                        <a14:backgroundMark x1="27504" y1="64727" x2="28669" y2="64000"/>
                        <a14:backgroundMark x1="26921" y1="65091" x2="27504" y2="64727"/>
                        <a14:backgroundMark x1="26337" y1="65455" x2="26921" y2="65091"/>
                        <a14:backgroundMark x1="25172" y1="66182" x2="26337" y2="65455"/>
                        <a14:backgroundMark x1="24590" y1="66545" x2="25172" y2="661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72242">
            <a:off x="8714038" y="761056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d onion slices falling on white ...">
            <a:extLst>
              <a:ext uri="{FF2B5EF4-FFF2-40B4-BE49-F238E27FC236}">
                <a16:creationId xmlns:a16="http://schemas.microsoft.com/office/drawing/2014/main" id="{E5987A6E-2952-4B38-9FBB-33D5C84C4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69730" y1="12088" x2="69730" y2="12088"/>
                        <a14:foregroundMark x1="69730" y1="12088" x2="69730" y2="12088"/>
                        <a14:foregroundMark x1="48108" y1="13187" x2="48108" y2="13187"/>
                        <a14:foregroundMark x1="48108" y1="14286" x2="48108" y2="14286"/>
                        <a14:foregroundMark x1="88108" y1="50916" x2="74595" y2="65934"/>
                        <a14:foregroundMark x1="75676" y1="52015" x2="72973" y2="59707"/>
                        <a14:foregroundMark x1="87027" y1="47253" x2="89189" y2="49817"/>
                        <a14:foregroundMark x1="65946" y1="59707" x2="78919" y2="65934"/>
                        <a14:foregroundMark x1="40000" y1="70696" x2="26486" y2="87179"/>
                        <a14:foregroundMark x1="26486" y1="87179" x2="36757" y2="71795"/>
                        <a14:foregroundMark x1="30811" y1="42491" x2="44324" y2="59707"/>
                        <a14:foregroundMark x1="44324" y1="59707" x2="29189" y2="43223"/>
                        <a14:foregroundMark x1="29189" y1="43223" x2="26486" y2="42857"/>
                        <a14:foregroundMark x1="44865" y1="9890" x2="55676" y2="98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29000">
            <a:off x="1229578" y="3196039"/>
            <a:ext cx="1752277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Two burger patties 54572010 PNG">
            <a:extLst>
              <a:ext uri="{FF2B5EF4-FFF2-40B4-BE49-F238E27FC236}">
                <a16:creationId xmlns:a16="http://schemas.microsoft.com/office/drawing/2014/main" id="{41E4A4B6-27A4-472C-9156-C57F7F0B6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291" b="91005" l="5993" r="91386">
                        <a14:foregroundMark x1="6367" y1="48677" x2="6367" y2="66667"/>
                        <a14:foregroundMark x1="91386" y1="31746" x2="91386" y2="52381"/>
                        <a14:foregroundMark x1="46067" y1="10053" x2="58427" y2="5820"/>
                        <a14:foregroundMark x1="28090" y1="91005" x2="49813" y2="878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5942" y="3682002"/>
            <a:ext cx="2818784" cy="200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85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" tmFilter="0, 0; 0.125,0.2665; 0.25,0.4; 0.375,0.465; 0.5,0.5;  0.625,0.535; 0.75,0.6; 0.875,0.7335; 1,1">
                                          <p:stCondLst>
                                            <p:cond delay="33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7" tmFilter="0, 0; 0.125,0.2665; 0.25,0.4; 0.375,0.465; 0.5,0.5;  0.625,0.535; 0.75,0.6; 0.875,0.7335; 1,1">
                                          <p:stCondLst>
                                            <p:cond delay="66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" tmFilter="0, 0; 0.125,0.2665; 0.25,0.4; 0.375,0.465; 0.5,0.5;  0.625,0.535; 0.75,0.6; 0.875,0.7335; 1,1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">
                                          <p:stCondLst>
                                            <p:cond delay="32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" decel="50000">
                                          <p:stCondLst>
                                            <p:cond delay="34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">
                                          <p:stCondLst>
                                            <p:cond delay="66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" decel="50000">
                                          <p:stCondLst>
                                            <p:cond delay="67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">
                                          <p:stCondLst>
                                            <p:cond delay="9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" decel="50000">
                                          <p:stCondLst>
                                            <p:cond delay="92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9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" tmFilter="0, 0; 0.125,0.2665; 0.25,0.4; 0.375,0.465; 0.5,0.5;  0.625,0.535; 0.75,0.6; 0.875,0.7335; 1,1">
                                          <p:stCondLst>
                                            <p:cond delay="33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7" tmFilter="0, 0; 0.125,0.2665; 0.25,0.4; 0.375,0.465; 0.5,0.5;  0.625,0.535; 0.75,0.6; 0.875,0.7335; 1,1">
                                          <p:stCondLst>
                                            <p:cond delay="66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" tmFilter="0, 0; 0.125,0.2665; 0.25,0.4; 0.375,0.465; 0.5,0.5;  0.625,0.535; 0.75,0.6; 0.875,0.7335; 1,1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1">
                                          <p:stCondLst>
                                            <p:cond delay="32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8" decel="50000">
                                          <p:stCondLst>
                                            <p:cond delay="34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1">
                                          <p:stCondLst>
                                            <p:cond delay="66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8" decel="50000">
                                          <p:stCondLst>
                                            <p:cond delay="67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8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1">
                                          <p:stCondLst>
                                            <p:cond delay="9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8" decel="50000">
                                          <p:stCondLst>
                                            <p:cond delay="92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9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" tmFilter="0, 0; 0.125,0.2665; 0.25,0.4; 0.375,0.465; 0.5,0.5;  0.625,0.535; 0.75,0.6; 0.875,0.7335; 1,1">
                                          <p:stCondLst>
                                            <p:cond delay="33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7" tmFilter="0, 0; 0.125,0.2665; 0.25,0.4; 0.375,0.465; 0.5,0.5;  0.625,0.535; 0.75,0.6; 0.875,0.7335; 1,1">
                                          <p:stCondLst>
                                            <p:cond delay="6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" tmFilter="0, 0; 0.125,0.2665; 0.25,0.4; 0.375,0.465; 0.5,0.5;  0.625,0.535; 0.75,0.6; 0.875,0.7335; 1,1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1">
                                          <p:stCondLst>
                                            <p:cond delay="3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8" decel="50000">
                                          <p:stCondLst>
                                            <p:cond delay="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">
                                          <p:stCondLst>
                                            <p:cond delay="6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8" decel="50000">
                                          <p:stCondLst>
                                            <p:cond delay="67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8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1">
                                          <p:stCondLst>
                                            <p:cond delay="9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8" decel="50000">
                                          <p:stCondLst>
                                            <p:cond delay="9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9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" tmFilter="0, 0; 0.125,0.2665; 0.25,0.4; 0.375,0.465; 0.5,0.5;  0.625,0.535; 0.75,0.6; 0.875,0.7335; 1,1">
                                          <p:stCondLst>
                                            <p:cond delay="33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7" tmFilter="0, 0; 0.125,0.2665; 0.25,0.4; 0.375,0.465; 0.5,0.5;  0.625,0.535; 0.75,0.6; 0.875,0.7335; 1,1">
                                          <p:stCondLst>
                                            <p:cond delay="66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" tmFilter="0, 0; 0.125,0.2665; 0.25,0.4; 0.375,0.465; 0.5,0.5;  0.625,0.535; 0.75,0.6; 0.875,0.7335; 1,1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1">
                                          <p:stCondLst>
                                            <p:cond delay="32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8" decel="50000">
                                          <p:stCondLst>
                                            <p:cond delay="34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1">
                                          <p:stCondLst>
                                            <p:cond delay="66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8" decel="50000">
                                          <p:stCondLst>
                                            <p:cond delay="67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8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1">
                                          <p:stCondLst>
                                            <p:cond delay="9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8" decel="50000">
                                          <p:stCondLst>
                                            <p:cond delay="92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5</cp:revision>
  <dcterms:created xsi:type="dcterms:W3CDTF">2026-05-24T04:28:01Z</dcterms:created>
  <dcterms:modified xsi:type="dcterms:W3CDTF">2026-05-24T05:04:16Z</dcterms:modified>
</cp:coreProperties>
</file>