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3F2A-5C9E-4162-8B2D-49CC86818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145C70-9659-4016-BB3E-9E7B30089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54368-ADF7-4BBB-8CE9-61B01EB12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D983-271C-4C9F-A456-A4698699786F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1107A-6CD1-4F29-882B-837230FEF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E8629-4054-494B-A4D6-0ED0FD87E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A0F1-30FE-44F8-9162-60B48F23D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050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0196C-B05B-42D9-82C0-64611BD64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27AF5-2FA0-471A-BF26-F8C5D1AB3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83CE9-ABF7-4CF3-B53E-DD5380DB6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D983-271C-4C9F-A456-A4698699786F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892D2-5A3C-44E4-84CA-E5826ED1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518BD-E7FD-4570-82A5-25D5BBE6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A0F1-30FE-44F8-9162-60B48F23D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79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F171-ED8D-4DC1-A4D8-0A7F439B5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D4311-BA26-4FB1-838C-71A9D1772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AE307-DD6E-4CA9-903B-B3DC92B1E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D983-271C-4C9F-A456-A4698699786F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BD40E-31A5-4DD9-888F-EC3899D28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803F8-FC61-41E9-9D5C-4FE5146E4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A0F1-30FE-44F8-9162-60B48F23D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46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E4430-1FA4-4DA7-8260-396A964C0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ADD32-D2A2-458C-853E-7518D31075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D4927-29E4-4480-8E21-DC668103A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0275A-FC54-4A79-A65C-A044E57CF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D983-271C-4C9F-A456-A4698699786F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C2C24-7709-47C5-9265-9060C633C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1A193-F392-4A33-847F-85C6937E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A0F1-30FE-44F8-9162-60B48F23D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943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97B8-436C-49A5-AA75-7BCE98749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EE449-6FAE-4EFA-9FBC-33607883C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2E35A-E1E6-437E-86A6-CF26A1DD9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8F7FCF-A757-455F-B8C9-9606942AC4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D10ABC-C96C-43DB-AB66-7DC279C445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9C9686-3969-4F01-A760-01178FC3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D983-271C-4C9F-A456-A4698699786F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7D2F7-89BA-43A2-8E67-B9695E793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EB3CA9-C8BB-4D7F-894B-66D10BEB5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A0F1-30FE-44F8-9162-60B48F23D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16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2B1C3-E0A7-4FA6-8763-611786669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CC77DA-B7F2-45FA-BE84-93224D033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D983-271C-4C9F-A456-A4698699786F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5FDC8D-5ABA-4BCE-B117-5B8095052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420417-D18D-444C-9DCB-DAE6962E0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A0F1-30FE-44F8-9162-60B48F23D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952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CDB77-4CEB-4126-ADAB-B79EF2FE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D983-271C-4C9F-A456-A4698699786F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AC7D97-195D-46CD-97A8-C70A5492B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BBD72-EF55-4EE7-8CDB-04A4F634F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A0F1-30FE-44F8-9162-60B48F23D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554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EA835-7CEE-4B43-81EA-37EBF011F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CB1F6-D5B4-400E-A1D6-9DE75DAD5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F3A99-C551-41CC-BCA7-C73D25FB3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E51B9-3B2C-4601-A3B9-208A49C0E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D983-271C-4C9F-A456-A4698699786F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4D54A-8408-4635-8E16-25F77C0BC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2612E-9708-4A30-90EE-C72EE389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A0F1-30FE-44F8-9162-60B48F23D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63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AD103-5368-4206-BFAF-1A3A67261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315B2-F42C-4156-BDC8-1B7BD228AA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8A09F-160C-43F9-8C6B-90EC68CCA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FFFC6-54D9-4EDC-8235-92CBCEF38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D983-271C-4C9F-A456-A4698699786F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25EFD-E053-4760-82C7-530117BCA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46A07-1F07-47A8-99AD-F9C1B114F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A0F1-30FE-44F8-9162-60B48F23D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80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C404E-97A5-4737-8403-5BCBB4300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B023A2-E310-44B3-BBB2-E70073C5A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0A4F4-8954-4E9D-81F8-28D9200A9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D983-271C-4C9F-A456-A4698699786F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7D8FB-2DD0-4206-A397-036875B02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61645-F792-46AD-9C5C-F8B6C9C2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A0F1-30FE-44F8-9162-60B48F23D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01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ABA57-1617-4E9A-980C-5AE1DACB4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F2E8F-B96E-44CC-B367-BB61D9C1E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40479-C0D0-485D-B9AF-8E58411AF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3D983-271C-4C9F-A456-A4698699786F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73ED0-F61E-43DD-BB66-33397C33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38489-A9F5-4051-B494-2F738CB42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A0F1-30FE-44F8-9162-60B48F23D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744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0BDB0E-CF29-430A-994A-A71E3492B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563A2-2145-44D9-B3EE-C0DA34E64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97D1F-BFBB-4566-99CE-AB5FF2F3B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3D983-271C-4C9F-A456-A4698699786F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BDE0C-1852-4BB8-BD59-AA5CE93D2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CD361-EE96-4D49-AC02-20706C556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0A0F1-30FE-44F8-9162-60B48F23DE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21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sland Veg Club Burger | The Burger Club Ordering">
            <a:extLst>
              <a:ext uri="{FF2B5EF4-FFF2-40B4-BE49-F238E27FC236}">
                <a16:creationId xmlns:a16="http://schemas.microsoft.com/office/drawing/2014/main" id="{70ADD474-2FF1-429A-B531-67EF5CD73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667" l="4125" r="96750">
                        <a14:foregroundMark x1="31875" y1="19167" x2="26000" y2="29333"/>
                        <a14:foregroundMark x1="26000" y1="29333" x2="24500" y2="36833"/>
                        <a14:foregroundMark x1="24500" y1="36833" x2="25000" y2="41333"/>
                        <a14:foregroundMark x1="375" y1="71500" x2="4125" y2="73333"/>
                        <a14:foregroundMark x1="4125" y1="73333" x2="14377" y2="71366"/>
                        <a14:foregroundMark x1="81375" y1="71167" x2="85375" y2="71000"/>
                        <a14:foregroundMark x1="85375" y1="71000" x2="89625" y2="71667"/>
                        <a14:foregroundMark x1="89625" y1="71667" x2="92467" y2="70935"/>
                        <a14:foregroundMark x1="82000" y1="72333" x2="81875" y2="79500"/>
                        <a14:foregroundMark x1="81875" y1="79500" x2="79000" y2="84833"/>
                        <a14:foregroundMark x1="79000" y1="84833" x2="53250" y2="95000"/>
                        <a14:foregroundMark x1="53250" y1="95000" x2="29750" y2="92500"/>
                        <a14:foregroundMark x1="29750" y1="92500" x2="19875" y2="85333"/>
                        <a14:foregroundMark x1="19875" y1="85333" x2="20375" y2="78333"/>
                        <a14:foregroundMark x1="20375" y1="78333" x2="16750" y2="74667"/>
                        <a14:foregroundMark x1="16750" y1="74667" x2="2250" y2="75833"/>
                        <a14:foregroundMark x1="2250" y1="75833" x2="500" y2="83833"/>
                        <a14:foregroundMark x1="500" y1="83833" x2="1000" y2="92833"/>
                        <a14:foregroundMark x1="1000" y1="92833" x2="4250" y2="99500"/>
                        <a14:foregroundMark x1="4250" y1="99500" x2="8750" y2="99667"/>
                        <a14:foregroundMark x1="8750" y1="99667" x2="17000" y2="97667"/>
                        <a14:foregroundMark x1="17000" y1="97667" x2="19250" y2="91500"/>
                        <a14:foregroundMark x1="19250" y1="91500" x2="19750" y2="82500"/>
                        <a14:foregroundMark x1="19750" y1="82500" x2="18375" y2="74167"/>
                        <a14:foregroundMark x1="18375" y1="74167" x2="16897" y2="72591"/>
                        <a14:foregroundMark x1="14277" y1="71147" x2="12375" y2="76500"/>
                        <a14:foregroundMark x1="12375" y1="76500" x2="12375" y2="83667"/>
                        <a14:foregroundMark x1="12375" y1="83667" x2="15250" y2="97167"/>
                        <a14:foregroundMark x1="15250" y1="97167" x2="25875" y2="98667"/>
                        <a14:foregroundMark x1="25875" y1="98667" x2="30250" y2="96500"/>
                        <a14:foregroundMark x1="30250" y1="96500" x2="33500" y2="91167"/>
                        <a14:foregroundMark x1="33500" y1="91167" x2="34375" y2="99000"/>
                        <a14:foregroundMark x1="34375" y1="99000" x2="48375" y2="99000"/>
                        <a14:foregroundMark x1="48375" y1="99000" x2="52125" y2="94333"/>
                        <a14:foregroundMark x1="52125" y1="94333" x2="52125" y2="94333"/>
                        <a14:foregroundMark x1="62375" y1="97000" x2="66875" y2="96667"/>
                        <a14:foregroundMark x1="66875" y1="96667" x2="85750" y2="97333"/>
                        <a14:foregroundMark x1="85750" y1="97333" x2="94625" y2="96500"/>
                        <a14:foregroundMark x1="94625" y1="96500" x2="96125" y2="95333"/>
                        <a14:foregroundMark x1="90625" y1="76500" x2="72500" y2="99667"/>
                        <a14:foregroundMark x1="72500" y1="99667" x2="93500" y2="73667"/>
                        <a14:foregroundMark x1="93500" y1="73667" x2="93125" y2="81333"/>
                        <a14:foregroundMark x1="93125" y1="81333" x2="90125" y2="90167"/>
                        <a14:backgroundMark x1="21625" y1="70667" x2="13750" y2="70000"/>
                        <a14:backgroundMark x1="96500" y1="70500" x2="92500" y2="71000"/>
                        <a14:backgroundMark x1="92500" y1="71000" x2="96625" y2="69500"/>
                        <a14:backgroundMark x1="96625" y1="69500" x2="97000" y2="69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2765" y="0"/>
            <a:ext cx="12284765" cy="6910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89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230A4ACE-B3E1-4DEF-90F6-ECB8EC985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922" y="2485593"/>
            <a:ext cx="2869077" cy="188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0BA1677-EFC2-4AE7-BC9A-92035DD60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667" y="2762034"/>
            <a:ext cx="2529332" cy="171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E9322530-EB03-4E5A-8C8B-DEA01DAA4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727" y="1943457"/>
            <a:ext cx="3762375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E1579599-E0CF-459E-B504-E2FC09728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727" y="2146502"/>
            <a:ext cx="3762375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E496B75F-EFF4-499C-A04D-8DF4365B4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180" y="2186971"/>
            <a:ext cx="3762375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EC77FD52-02EA-43AF-ABBE-9B635FADE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496" y="2445773"/>
            <a:ext cx="2529332" cy="171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4A95D645-1CB7-4145-B86C-50E411912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585" y="2664455"/>
            <a:ext cx="2869077" cy="188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3881C8-582B-42FA-8260-A4C9C072314B}"/>
              </a:ext>
            </a:extLst>
          </p:cNvPr>
          <p:cNvSpPr txBox="1"/>
          <p:nvPr/>
        </p:nvSpPr>
        <p:spPr>
          <a:xfrm>
            <a:off x="4797585" y="2668000"/>
            <a:ext cx="28276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ln w="28575">
                  <a:solidFill>
                    <a:schemeClr val="bg1"/>
                  </a:solidFill>
                </a:ln>
                <a:solidFill>
                  <a:schemeClr val="tx2">
                    <a:lumMod val="75000"/>
                  </a:schemeClr>
                </a:solidFill>
              </a:rPr>
              <a:t>FRESH</a:t>
            </a:r>
            <a:r>
              <a:rPr lang="en-IN" sz="6600" dirty="0">
                <a:ln>
                  <a:solidFill>
                    <a:schemeClr val="bg1"/>
                  </a:solidFill>
                </a:ln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CCA335-681E-4806-A3E0-CB19E9075807}"/>
              </a:ext>
            </a:extLst>
          </p:cNvPr>
          <p:cNvSpPr txBox="1"/>
          <p:nvPr/>
        </p:nvSpPr>
        <p:spPr>
          <a:xfrm>
            <a:off x="5035120" y="2664455"/>
            <a:ext cx="25307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ln w="28575">
                  <a:solidFill>
                    <a:schemeClr val="bg1"/>
                  </a:solidFill>
                </a:ln>
                <a:solidFill>
                  <a:schemeClr val="tx2">
                    <a:lumMod val="75000"/>
                  </a:schemeClr>
                </a:solidFill>
              </a:rPr>
              <a:t>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71314D-143C-4C5B-A8C1-C6FB4846E762}"/>
              </a:ext>
            </a:extLst>
          </p:cNvPr>
          <p:cNvSpPr txBox="1"/>
          <p:nvPr/>
        </p:nvSpPr>
        <p:spPr>
          <a:xfrm>
            <a:off x="4350935" y="2655542"/>
            <a:ext cx="37623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ln w="28575">
                  <a:solidFill>
                    <a:schemeClr val="bg1"/>
                  </a:solidFill>
                </a:ln>
                <a:solidFill>
                  <a:schemeClr val="tx2">
                    <a:lumMod val="75000"/>
                  </a:schemeClr>
                </a:solidFill>
              </a:rPr>
              <a:t>YUMM</a:t>
            </a:r>
            <a:r>
              <a:rPr lang="en-IN" sz="8000" dirty="0">
                <a:ln w="38100">
                  <a:solidFill>
                    <a:schemeClr val="bg1"/>
                  </a:solidFill>
                </a:ln>
                <a:solidFill>
                  <a:schemeClr val="tx2">
                    <a:lumMod val="75000"/>
                  </a:schemeClr>
                </a:solidFill>
              </a:rPr>
              <a:t>Y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550EA5CD-7961-49CA-A554-F26B4CFF7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094" y="1314423"/>
            <a:ext cx="7934177" cy="4402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F41DD6-778C-4C35-BF8C-11AFE5B27111}"/>
              </a:ext>
            </a:extLst>
          </p:cNvPr>
          <p:cNvSpPr txBox="1"/>
          <p:nvPr/>
        </p:nvSpPr>
        <p:spPr>
          <a:xfrm>
            <a:off x="487977" y="269827"/>
            <a:ext cx="35212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  <a:latin typeface="Arial Black" panose="020B0A04020102020204" pitchFamily="34" charset="0"/>
              </a:rPr>
              <a:t>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C6A4EC-0BCE-4B46-84C3-DDDC978041C1}"/>
              </a:ext>
            </a:extLst>
          </p:cNvPr>
          <p:cNvSpPr txBox="1"/>
          <p:nvPr/>
        </p:nvSpPr>
        <p:spPr>
          <a:xfrm>
            <a:off x="3465639" y="230465"/>
            <a:ext cx="23210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  <a:latin typeface="Arial Black" panose="020B0A04020102020204" pitchFamily="34" charset="0"/>
              </a:rPr>
              <a:t>WE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C65D7D-C451-4A69-9906-7B9CA73984FD}"/>
              </a:ext>
            </a:extLst>
          </p:cNvPr>
          <p:cNvSpPr txBox="1"/>
          <p:nvPr/>
        </p:nvSpPr>
        <p:spPr>
          <a:xfrm>
            <a:off x="5450500" y="206879"/>
            <a:ext cx="23210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  <a:latin typeface="Arial Black" panose="020B0A04020102020204" pitchFamily="34" charset="0"/>
              </a:rPr>
              <a:t>HAVE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CA75A1-42A3-4304-816D-2C9833B4ADCD}"/>
              </a:ext>
            </a:extLst>
          </p:cNvPr>
          <p:cNvSpPr txBox="1"/>
          <p:nvPr/>
        </p:nvSpPr>
        <p:spPr>
          <a:xfrm>
            <a:off x="7639006" y="200956"/>
            <a:ext cx="4234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  <a:latin typeface="Arial Black" panose="020B0A04020102020204" pitchFamily="34" charset="0"/>
              </a:rPr>
              <a:t>SOMETHING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7AB6E9-5CC1-4E91-A14A-948A78E8EC89}"/>
              </a:ext>
            </a:extLst>
          </p:cNvPr>
          <p:cNvSpPr txBox="1"/>
          <p:nvPr/>
        </p:nvSpPr>
        <p:spPr>
          <a:xfrm>
            <a:off x="1919761" y="5558298"/>
            <a:ext cx="33617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  <a:latin typeface="Arial Black" panose="020B0A04020102020204" pitchFamily="34" charset="0"/>
              </a:rPr>
              <a:t>YUMMMY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30FFC7-8A1A-4AC6-9E26-BD75960AA4EF}"/>
              </a:ext>
            </a:extLst>
          </p:cNvPr>
          <p:cNvSpPr txBox="1"/>
          <p:nvPr/>
        </p:nvSpPr>
        <p:spPr>
          <a:xfrm>
            <a:off x="5714338" y="5519583"/>
            <a:ext cx="33617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  <a:latin typeface="Arial Black" panose="020B0A04020102020204" pitchFamily="34" charset="0"/>
              </a:rPr>
              <a:t>FOR YOU</a:t>
            </a:r>
          </a:p>
        </p:txBody>
      </p:sp>
    </p:spTree>
    <p:extLst>
      <p:ext uri="{BB962C8B-B14F-4D97-AF65-F5344CB8AC3E}">
        <p14:creationId xmlns:p14="http://schemas.microsoft.com/office/powerpoint/2010/main" val="3021724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C6E13A3-70DE-4A32-8A35-029F5CAF8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14" y="2636637"/>
            <a:ext cx="2869077" cy="188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ADE555-290E-491F-9D22-E2ED66D486D2}"/>
              </a:ext>
            </a:extLst>
          </p:cNvPr>
          <p:cNvSpPr txBox="1"/>
          <p:nvPr/>
        </p:nvSpPr>
        <p:spPr>
          <a:xfrm>
            <a:off x="645232" y="-129847"/>
            <a:ext cx="37623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ln w="28575">
                  <a:solidFill>
                    <a:schemeClr val="bg1"/>
                  </a:solidFill>
                </a:ln>
                <a:solidFill>
                  <a:schemeClr val="tx2">
                    <a:lumMod val="75000"/>
                  </a:schemeClr>
                </a:solidFill>
              </a:rPr>
              <a:t>YUMM</a:t>
            </a:r>
            <a:r>
              <a:rPr lang="en-IN" sz="8000" dirty="0">
                <a:ln w="38100">
                  <a:solidFill>
                    <a:schemeClr val="bg1"/>
                  </a:solidFill>
                </a:ln>
                <a:solidFill>
                  <a:schemeClr val="tx2">
                    <a:lumMod val="75000"/>
                  </a:schemeClr>
                </a:solidFill>
              </a:rPr>
              <a:t>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44E68F-E575-4186-8FDB-DB57E08311A3}"/>
              </a:ext>
            </a:extLst>
          </p:cNvPr>
          <p:cNvSpPr txBox="1"/>
          <p:nvPr/>
        </p:nvSpPr>
        <p:spPr>
          <a:xfrm>
            <a:off x="5002708" y="277499"/>
            <a:ext cx="25307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ln w="28575">
                  <a:solidFill>
                    <a:schemeClr val="bg1"/>
                  </a:solidFill>
                </a:ln>
                <a:solidFill>
                  <a:schemeClr val="tx2">
                    <a:lumMod val="75000"/>
                  </a:schemeClr>
                </a:solidFill>
              </a:rPr>
              <a:t>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5CC01A-3562-4EC4-BA55-A44F312A6AC1}"/>
              </a:ext>
            </a:extLst>
          </p:cNvPr>
          <p:cNvSpPr txBox="1"/>
          <p:nvPr/>
        </p:nvSpPr>
        <p:spPr>
          <a:xfrm>
            <a:off x="8254253" y="-50058"/>
            <a:ext cx="28276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ln w="28575">
                  <a:solidFill>
                    <a:schemeClr val="bg1"/>
                  </a:solidFill>
                </a:ln>
                <a:solidFill>
                  <a:schemeClr val="tx2">
                    <a:lumMod val="75000"/>
                  </a:schemeClr>
                </a:solidFill>
              </a:rPr>
              <a:t>FRESH</a:t>
            </a:r>
            <a:r>
              <a:rPr lang="en-IN" sz="6600" dirty="0">
                <a:ln>
                  <a:solidFill>
                    <a:schemeClr val="bg1"/>
                  </a:solidFill>
                </a:ln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D9A80FB4-DFE7-445C-8C35-9CF6111BE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084" y="5130651"/>
            <a:ext cx="2529332" cy="171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9037B1A9-2363-4064-BCCF-AE3CDBCA5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50" y="939219"/>
            <a:ext cx="3762375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3BD32B53-820E-4703-AE5C-3FA173285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915" y="1080531"/>
            <a:ext cx="7378202" cy="409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AD4693-3345-4799-86B6-33076FC14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4253" y="1027777"/>
            <a:ext cx="3762375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>
            <a:extLst>
              <a:ext uri="{FF2B5EF4-FFF2-40B4-BE49-F238E27FC236}">
                <a16:creationId xmlns:a16="http://schemas.microsoft.com/office/drawing/2014/main" id="{14E42B25-F388-4690-BF5E-A04403D73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279" y="4108249"/>
            <a:ext cx="3762375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84B09216-DBDA-4F04-A659-8846D92ED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8129" y="4905840"/>
            <a:ext cx="2869077" cy="188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9CC4B2B2-494A-4A70-9B6F-31F31D76A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3578" y="2723962"/>
            <a:ext cx="2529332" cy="171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7710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62C72D-F96C-43FA-AA10-5FA0F2D8EC09}"/>
              </a:ext>
            </a:extLst>
          </p:cNvPr>
          <p:cNvSpPr txBox="1"/>
          <p:nvPr/>
        </p:nvSpPr>
        <p:spPr>
          <a:xfrm>
            <a:off x="773723" y="382012"/>
            <a:ext cx="41640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n w="28575">
                  <a:solidFill>
                    <a:schemeClr val="bg1"/>
                  </a:solidFill>
                </a:ln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ARE YOU HUNGRY 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B771D-840C-4451-A815-6A1349D05D85}"/>
              </a:ext>
            </a:extLst>
          </p:cNvPr>
          <p:cNvSpPr txBox="1"/>
          <p:nvPr/>
        </p:nvSpPr>
        <p:spPr>
          <a:xfrm>
            <a:off x="3270735" y="4704488"/>
            <a:ext cx="51159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n w="28575">
                  <a:solidFill>
                    <a:schemeClr val="bg1"/>
                  </a:solidFill>
                </a:ln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THAN DO VISIT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72C4F4-790B-4615-872E-7FD13ABFD623}"/>
              </a:ext>
            </a:extLst>
          </p:cNvPr>
          <p:cNvSpPr txBox="1"/>
          <p:nvPr/>
        </p:nvSpPr>
        <p:spPr>
          <a:xfrm>
            <a:off x="5641144" y="296828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AE5F4-10BA-4BB4-9F51-1CC0909C1E0F}"/>
              </a:ext>
            </a:extLst>
          </p:cNvPr>
          <p:cNvSpPr txBox="1"/>
          <p:nvPr/>
        </p:nvSpPr>
        <p:spPr>
          <a:xfrm>
            <a:off x="3669321" y="5683178"/>
            <a:ext cx="43187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n w="28575">
                  <a:solidFill>
                    <a:schemeClr val="bg1"/>
                  </a:solidFill>
                </a:ln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RIYA’S CAFE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F7476EC-0CEE-432A-B455-0477D9658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760" y="103684"/>
            <a:ext cx="7536767" cy="5019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288243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22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</dc:title>
  <dc:creator>Maaya-14</dc:creator>
  <cp:keywords>Maaya</cp:keywords>
  <cp:lastModifiedBy>LENOVO</cp:lastModifiedBy>
  <cp:revision>14</cp:revision>
  <dcterms:created xsi:type="dcterms:W3CDTF">2026-04-09T05:23:14Z</dcterms:created>
  <dcterms:modified xsi:type="dcterms:W3CDTF">2026-04-28T06:45:24Z</dcterms:modified>
</cp:coreProperties>
</file>