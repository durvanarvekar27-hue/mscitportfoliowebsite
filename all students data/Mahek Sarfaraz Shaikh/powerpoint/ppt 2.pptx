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3D56B-C80B-472D-BEB7-947251A19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5FB3A-6645-4790-AE3C-17FC629D6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5A15C-5300-4B59-9DAD-F0BA59A44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DDEA-3D2B-4FDC-9A4F-5E718C477BB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F73DC-AA5D-4602-A34D-5F2CE7C03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24A6A-CA05-40DF-9837-5696B0EE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5492-C3F6-4FDD-815A-C3CD0A3EE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925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01116-00C9-4DB1-A03F-33664DE49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D2E1D-EFDB-4A78-8F8F-C4DF4BD2A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8112B-0A8A-42B3-A103-E23AB79A7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DDEA-3D2B-4FDC-9A4F-5E718C477BB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46A41-7635-46BA-B7EE-623DF287D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E5C32-3321-4A9A-8809-3DAFD4EFB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5492-C3F6-4FDD-815A-C3CD0A3EE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057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B35C4-C5E9-4509-8399-6851BC04F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8D465-DAC6-4042-9861-BB259E8F7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D132E-2228-4956-B793-45A4E8C88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DDEA-3D2B-4FDC-9A4F-5E718C477BB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E3627-1364-4BDA-97BA-93E82F64A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3BD06-F957-42B5-BAF2-E116B69CC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5492-C3F6-4FDD-815A-C3CD0A3EE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245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EC409-FC0B-4A33-BB29-AFD8E2BE9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9F0A8-4A8C-4246-B2BE-B6EA472563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25F54-0FCA-4E53-ACA0-7B5AA4D60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F663E-542D-40EE-84DA-F53D25D1E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DDEA-3D2B-4FDC-9A4F-5E718C477BB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3BA05-C123-4230-A2D5-33E544D6A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7F4F0-31F1-43DE-8A65-069CE4622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5492-C3F6-4FDD-815A-C3CD0A3EE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819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80D37-32E3-4E71-8249-7C03EF101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18047-5B15-4C9A-9064-4C86B45B9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05684-4524-495F-B67A-A929C0E70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15E186-4D5E-4F2D-A5AC-EE601E916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8DD31D-2E2C-4294-AC52-C5AD0645C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2AC94-94D1-4CA8-B254-4EE694AFE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DDEA-3D2B-4FDC-9A4F-5E718C477BB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F91104-C69C-4191-8736-2F7E77420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9DDFD-908D-49DE-8DA1-0971D1D09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5492-C3F6-4FDD-815A-C3CD0A3EE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308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59E98-EF02-4B01-A88B-B23036189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327F08-4C91-46E5-968E-0AD54D049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DDEA-3D2B-4FDC-9A4F-5E718C477BB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81577-82A1-4289-98D3-F2211704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B524C9-E695-45C9-8BCC-167F39ED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5492-C3F6-4FDD-815A-C3CD0A3EE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073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E6E64A-42B0-4B01-9256-581D90115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DDEA-3D2B-4FDC-9A4F-5E718C477BB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5E0932-1DAC-4C4A-814B-46C17FDC7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0A5A0-3B29-4C0E-BF8F-BD59ED2C4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5492-C3F6-4FDD-815A-C3CD0A3EE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48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182D-79B5-428E-AA71-F451A59A8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CF1B2-38AD-4478-861E-93C60F955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68043C-6918-4E29-856D-F89B66E3F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D14E5-ACAF-4130-BA24-664E40609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DDEA-3D2B-4FDC-9A4F-5E718C477BB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ADE27-49D2-4072-BD7D-BBCD41C15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E6F0D-B55A-4E55-AD5B-959107ED0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5492-C3F6-4FDD-815A-C3CD0A3EE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509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CE81-D80D-424D-B515-0F3409B23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406220-B0F1-46CF-8694-DC78B3A7DD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0959E5-7413-4094-927B-57C56622D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466AB-42B7-4442-B79F-7BC619546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DDEA-3D2B-4FDC-9A4F-5E718C477BB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326F2-F295-4C47-8595-A8AD59424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2E405-D7CE-4A63-91C1-BC6BEBE3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5492-C3F6-4FDD-815A-C3CD0A3EE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677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C9676-A127-4778-8992-27AD41DF5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6503E-6328-4FA0-AE43-9FEA5D7AA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069A0-C1D2-42BE-8E4C-0A7F3382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DDEA-3D2B-4FDC-9A4F-5E718C477BB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EB406-DE7F-45FE-8728-7613CAC0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9ACC9-9702-415E-97F3-86AE513E2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5492-C3F6-4FDD-815A-C3CD0A3EE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453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7B3A16-55A5-4A9B-89D3-60C8FF38EF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3910F-0BDB-4EFA-8194-F12D86647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CB85C-4FA1-49C0-AF6C-436DEDBAB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DDEA-3D2B-4FDC-9A4F-5E718C477BB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D2DD2-9026-44BA-9AE4-6F4502DF0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D87C-0D99-4FD7-89AF-A9C147C5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5492-C3F6-4FDD-815A-C3CD0A3EE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583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8F5404-1BD3-4695-ABC4-A7E90765D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5B8C7-E2EF-45CA-AA47-F9B582F50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75089-136A-430E-9590-E9090EC96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5DDEA-3D2B-4FDC-9A4F-5E718C477BB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5DA62-C48C-4E46-A6E5-0A7FD468DB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27633-F79D-437A-8DD7-0D87E76BE6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A5492-C3F6-4FDD-815A-C3CD0A3EE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328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42F6DB-CA80-4708-9CE3-9CBE12E960A5}"/>
              </a:ext>
            </a:extLst>
          </p:cNvPr>
          <p:cNvSpPr txBox="1"/>
          <p:nvPr/>
        </p:nvSpPr>
        <p:spPr>
          <a:xfrm>
            <a:off x="1911927" y="0"/>
            <a:ext cx="836814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/>
              <a:t>Session 01 MS-CIT(Basic Computer, Smartphone and Typing Skills)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C9EC9-CAA1-4447-9484-9769E0BD8920}"/>
              </a:ext>
            </a:extLst>
          </p:cNvPr>
          <p:cNvSpPr txBox="1"/>
          <p:nvPr/>
        </p:nvSpPr>
        <p:spPr>
          <a:xfrm>
            <a:off x="1132974" y="1648327"/>
            <a:ext cx="99260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Basic computer and smartphone skills and their uses in our daily life.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Introduction to AI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MKCL’s hexagon map.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Learning typing skills and knowing the need of typing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MS Office skills (windows). </a:t>
            </a:r>
          </a:p>
          <a:p>
            <a:r>
              <a:rPr lang="en-IN" sz="2400" dirty="0"/>
              <a:t>                             </a:t>
            </a:r>
          </a:p>
          <a:p>
            <a:r>
              <a:rPr lang="en-IN" sz="2400" b="1" dirty="0"/>
              <a:t>                                             </a:t>
            </a:r>
            <a:r>
              <a:rPr lang="en-IN" sz="2400" b="1" u="sng" dirty="0"/>
              <a:t>Partnering with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Google Lens: visual search, translate language, solve problems.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ChatGPT</a:t>
            </a:r>
            <a:r>
              <a:rPr lang="en-IN" sz="2400" dirty="0"/>
              <a:t>: AI chatbot, it can create human like text, understand and summarize.</a:t>
            </a:r>
          </a:p>
        </p:txBody>
      </p:sp>
    </p:spTree>
    <p:extLst>
      <p:ext uri="{BB962C8B-B14F-4D97-AF65-F5344CB8AC3E}">
        <p14:creationId xmlns:p14="http://schemas.microsoft.com/office/powerpoint/2010/main" val="1493974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193934-94FA-4C34-9815-F52B4BA26DED}"/>
              </a:ext>
            </a:extLst>
          </p:cNvPr>
          <p:cNvSpPr txBox="1"/>
          <p:nvPr/>
        </p:nvSpPr>
        <p:spPr>
          <a:xfrm>
            <a:off x="2117558" y="0"/>
            <a:ext cx="71948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/>
              <a:t>Session 02 MS-CIT (Basic Computer, Smartphone and Typing Skills)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394C55-2DB3-43DD-995D-27A2C89FFF5F}"/>
              </a:ext>
            </a:extLst>
          </p:cNvPr>
          <p:cNvSpPr txBox="1"/>
          <p:nvPr/>
        </p:nvSpPr>
        <p:spPr>
          <a:xfrm>
            <a:off x="1399674" y="1576136"/>
            <a:ext cx="1048752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How to use Smartphone and computer efficiently.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Using internet, managing contacts, mobile hotspot, Wi-Fi.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Using computer accessories like, headphone, mouse, keyboard, webcam,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Operating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Typing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Ms Office skills.</a:t>
            </a:r>
          </a:p>
          <a:p>
            <a:r>
              <a:rPr lang="en-IN" sz="2400" dirty="0"/>
              <a:t>                                                      </a:t>
            </a:r>
          </a:p>
          <a:p>
            <a:r>
              <a:rPr lang="en-IN" sz="2400" dirty="0"/>
              <a:t>                                                       </a:t>
            </a:r>
            <a:r>
              <a:rPr lang="en-IN" sz="2400" b="1" u="sng" dirty="0"/>
              <a:t>Partnering with AI  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Gemini: Designed to process and generate text, code, images,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Hedra</a:t>
            </a:r>
            <a:r>
              <a:rPr lang="en-IN" sz="2400" dirty="0"/>
              <a:t>: Multimodal AI lab.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Google flow: AI powered creative studio.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23681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C1326A-CBC5-42B8-A564-CF686C389FDC}"/>
              </a:ext>
            </a:extLst>
          </p:cNvPr>
          <p:cNvSpPr txBox="1"/>
          <p:nvPr/>
        </p:nvSpPr>
        <p:spPr>
          <a:xfrm>
            <a:off x="1949116" y="264695"/>
            <a:ext cx="73392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/>
              <a:t>Session 03 MS-CIT (Basic Computer, Smartphone and Typing Skills) 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FA5A1C-7EDA-4358-82DC-3537CB4390A3}"/>
              </a:ext>
            </a:extLst>
          </p:cNvPr>
          <p:cNvSpPr txBox="1"/>
          <p:nvPr/>
        </p:nvSpPr>
        <p:spPr>
          <a:xfrm>
            <a:off x="1411705" y="1840832"/>
            <a:ext cx="91560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Managing and organizing apps, and basic smartphone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Backing up and restoring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Setting up emergency number.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Using voice commands and virtual assistants.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Typing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Ms Office skills.</a:t>
            </a:r>
          </a:p>
          <a:p>
            <a:r>
              <a:rPr lang="en-IN" sz="2400" dirty="0"/>
              <a:t> </a:t>
            </a:r>
          </a:p>
          <a:p>
            <a:r>
              <a:rPr lang="en-IN" sz="2400" dirty="0"/>
              <a:t>                       </a:t>
            </a:r>
          </a:p>
          <a:p>
            <a:r>
              <a:rPr lang="en-IN" sz="2000" dirty="0"/>
              <a:t>                                                              </a:t>
            </a:r>
            <a:r>
              <a:rPr lang="en-IN" sz="2400" b="1" u="sng" dirty="0"/>
              <a:t>Partnering with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Runway ML: Video and image generation.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Gemini for workspace: AI powered assistant.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3576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70040D-5D95-47A9-9D0A-CB2A57DE5D52}"/>
              </a:ext>
            </a:extLst>
          </p:cNvPr>
          <p:cNvSpPr txBox="1"/>
          <p:nvPr/>
        </p:nvSpPr>
        <p:spPr>
          <a:xfrm>
            <a:off x="2887579" y="252663"/>
            <a:ext cx="70264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/>
              <a:t>Session 04 MS-CIT (Basic Computer, Smartphone and Typing Skills)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23BE04-6329-4E0C-B42A-99DB1176EB55}"/>
              </a:ext>
            </a:extLst>
          </p:cNvPr>
          <p:cNvSpPr txBox="1"/>
          <p:nvPr/>
        </p:nvSpPr>
        <p:spPr>
          <a:xfrm>
            <a:off x="693821" y="1876926"/>
            <a:ext cx="108043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Opening and Operating Gmail account.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Using automatic signature in </a:t>
            </a:r>
            <a:r>
              <a:rPr lang="en-IN" sz="2400" dirty="0" err="1"/>
              <a:t>gmail</a:t>
            </a:r>
            <a:r>
              <a:rPr lang="en-IN" sz="2400" dirty="0"/>
              <a:t> for outgoing mails.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Scheduling mails.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 Typing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Ms Office skills.</a:t>
            </a:r>
          </a:p>
          <a:p>
            <a:endParaRPr lang="en-IN" dirty="0"/>
          </a:p>
          <a:p>
            <a:r>
              <a:rPr lang="en-IN" dirty="0"/>
              <a:t>                                                                    </a:t>
            </a:r>
            <a:r>
              <a:rPr lang="en-IN" sz="2400" b="1" u="sng" dirty="0"/>
              <a:t>Partnering with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Suno</a:t>
            </a:r>
            <a:r>
              <a:rPr lang="en-IN" sz="2400" dirty="0"/>
              <a:t> AI : generates songs and lyrics.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Merlin AI : All in one AI aggregator.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Leonardo : it is used for creating and editing images , video and digital art. </a:t>
            </a:r>
          </a:p>
          <a:p>
            <a:r>
              <a:rPr lang="en-IN" dirty="0"/>
              <a:t>              </a:t>
            </a:r>
          </a:p>
        </p:txBody>
      </p:sp>
    </p:spTree>
    <p:extLst>
      <p:ext uri="{BB962C8B-B14F-4D97-AF65-F5344CB8AC3E}">
        <p14:creationId xmlns:p14="http://schemas.microsoft.com/office/powerpoint/2010/main" val="782161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E047CA-A22E-454A-B822-B9B0F350BFCB}"/>
              </a:ext>
            </a:extLst>
          </p:cNvPr>
          <p:cNvSpPr/>
          <p:nvPr/>
        </p:nvSpPr>
        <p:spPr>
          <a:xfrm>
            <a:off x="1790700" y="96253"/>
            <a:ext cx="8610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Session 05 MS-CIT (Basic Computer, Smartphone and Typing Skills)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F4A0B2-E27D-43AB-9011-D2E1A64E9206}"/>
              </a:ext>
            </a:extLst>
          </p:cNvPr>
          <p:cNvSpPr txBox="1"/>
          <p:nvPr/>
        </p:nvSpPr>
        <p:spPr>
          <a:xfrm>
            <a:off x="1790700" y="1595021"/>
            <a:ext cx="947085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Sending professional and confidential mails using Gmail.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Using @ feature.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Using templates to respond quickly.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Typing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Ms Office skills.</a:t>
            </a:r>
          </a:p>
          <a:p>
            <a:endParaRPr lang="en-IN" sz="2400" dirty="0"/>
          </a:p>
          <a:p>
            <a:r>
              <a:rPr lang="en-IN" sz="2400" b="1" dirty="0"/>
              <a:t>                                              </a:t>
            </a:r>
            <a:r>
              <a:rPr lang="en-IN" sz="2400" b="1" u="sng" dirty="0"/>
              <a:t>Partnering with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Napkin : </a:t>
            </a:r>
            <a:r>
              <a:rPr lang="en-US" sz="2400" dirty="0"/>
              <a:t>an innovative tool that automatically transforms text into engaging, customizable visuals like flowcharts, mind maps, diagrams, and data charts. 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Kapwing</a:t>
            </a:r>
            <a:r>
              <a:rPr lang="en-IN" sz="2400" dirty="0"/>
              <a:t> : </a:t>
            </a:r>
            <a:r>
              <a:rPr lang="en-US" sz="2400" dirty="0"/>
              <a:t>cloud-based video creation and editing platform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Pictory</a:t>
            </a:r>
            <a:r>
              <a:rPr lang="en-IN" sz="2400" dirty="0"/>
              <a:t> : </a:t>
            </a:r>
            <a:r>
              <a:rPr lang="en-US" sz="2400" dirty="0"/>
              <a:t>video creation platform that automatically turns scripts, blogs, and long-form videos into engaging, bite-sized visual content</a:t>
            </a: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07586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8AAA66-A055-4F83-B4D6-85F2E18D77A7}"/>
              </a:ext>
            </a:extLst>
          </p:cNvPr>
          <p:cNvSpPr/>
          <p:nvPr/>
        </p:nvSpPr>
        <p:spPr>
          <a:xfrm>
            <a:off x="2747210" y="122003"/>
            <a:ext cx="69863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Session 06 MS-CIT (Digital Skills for daily life and AI tools)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45E066-2036-4EBA-B01E-33AF7A5CE3AF}"/>
              </a:ext>
            </a:extLst>
          </p:cNvPr>
          <p:cNvSpPr txBox="1"/>
          <p:nvPr/>
        </p:nvSpPr>
        <p:spPr>
          <a:xfrm>
            <a:off x="1744579" y="1720516"/>
            <a:ext cx="897555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Digital skills for daily life.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Setting </a:t>
            </a:r>
            <a:r>
              <a:rPr lang="en-IN" sz="2400" dirty="0" err="1"/>
              <a:t>Whatsapp</a:t>
            </a:r>
            <a:r>
              <a:rPr lang="en-IN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Using Rapido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Using Gemini in google drive.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Using google translate. </a:t>
            </a:r>
          </a:p>
          <a:p>
            <a:endParaRPr lang="en-IN" sz="2400" dirty="0"/>
          </a:p>
          <a:p>
            <a:r>
              <a:rPr lang="en-IN" sz="2400" dirty="0"/>
              <a:t>                                               </a:t>
            </a:r>
            <a:r>
              <a:rPr lang="en-IN" sz="2400" b="1" u="sng" dirty="0"/>
              <a:t>Partnering with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Whatsapp</a:t>
            </a:r>
            <a:r>
              <a:rPr lang="en-IN" sz="2400" dirty="0"/>
              <a:t> Meta AI : </a:t>
            </a:r>
            <a:r>
              <a:rPr lang="en-US" sz="2400" dirty="0"/>
              <a:t>an integrated chatbot available on WhatsApp that allows you to chat, generate images.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Google Fit : </a:t>
            </a:r>
            <a:r>
              <a:rPr lang="en-US" sz="2400" dirty="0"/>
              <a:t>a free health and fitness tracking platform developed by Google.</a:t>
            </a:r>
            <a:r>
              <a:rPr lang="en-IN" sz="2400" dirty="0"/>
              <a:t>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347246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C16D49-C71A-4381-9881-9622E7928BB8}"/>
              </a:ext>
            </a:extLst>
          </p:cNvPr>
          <p:cNvSpPr/>
          <p:nvPr/>
        </p:nvSpPr>
        <p:spPr>
          <a:xfrm>
            <a:off x="2362199" y="218257"/>
            <a:ext cx="71668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Session 07 MS-CIT (MS Office Skills – Ms Word)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5BAADB-D293-4DBF-AE96-2C6465468A13}"/>
              </a:ext>
            </a:extLst>
          </p:cNvPr>
          <p:cNvSpPr txBox="1"/>
          <p:nvPr/>
        </p:nvSpPr>
        <p:spPr>
          <a:xfrm>
            <a:off x="1275347" y="2105526"/>
            <a:ext cx="943275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21</a:t>
            </a:r>
            <a:r>
              <a:rPr lang="en-IN" sz="2400" baseline="30000" dirty="0"/>
              <a:t>st</a:t>
            </a:r>
            <a:r>
              <a:rPr lang="en-IN" sz="2400" dirty="0"/>
              <a:t> century office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About MS 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File tab.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Home tab.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Introduction to user interface ( more information about word).</a:t>
            </a:r>
          </a:p>
          <a:p>
            <a:endParaRPr lang="en-IN" sz="2400" dirty="0"/>
          </a:p>
          <a:p>
            <a:r>
              <a:rPr lang="en-IN" sz="2400" dirty="0"/>
              <a:t>                                                                           </a:t>
            </a:r>
          </a:p>
          <a:p>
            <a:r>
              <a:rPr lang="en-IN" sz="2400" b="1" dirty="0"/>
              <a:t>                                                 </a:t>
            </a:r>
            <a:r>
              <a:rPr lang="en-IN" sz="2400" b="1" u="sng" dirty="0"/>
              <a:t>Partnering with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QuillBot</a:t>
            </a:r>
            <a:r>
              <a:rPr lang="en-IN" sz="2400" dirty="0"/>
              <a:t> : </a:t>
            </a:r>
            <a:r>
              <a:rPr lang="en-US" sz="2400" dirty="0"/>
              <a:t>a popular AI-powered writing companion designed to help students, content creators, and professionals refine their text</a:t>
            </a:r>
            <a:r>
              <a:rPr lang="en-US" dirty="0"/>
              <a:t>.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Deepseek</a:t>
            </a:r>
            <a:r>
              <a:rPr lang="en-IN" sz="2400" dirty="0"/>
              <a:t> : </a:t>
            </a:r>
            <a:r>
              <a:rPr lang="en-US" sz="2400" dirty="0"/>
              <a:t>A specialized "reasoning" model designed for step-by-step logical deduction, coding, and complex mathematics. </a:t>
            </a:r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    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84629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336D88-811F-475F-BA2F-932382B389D6}"/>
              </a:ext>
            </a:extLst>
          </p:cNvPr>
          <p:cNvSpPr/>
          <p:nvPr/>
        </p:nvSpPr>
        <p:spPr>
          <a:xfrm>
            <a:off x="2864195" y="328857"/>
            <a:ext cx="598825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Session 08 MS-CIT (MS Office Skills – Ms Word)</a:t>
            </a:r>
            <a:r>
              <a:rPr lang="en-IN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41F49D-9C24-4EF5-88D6-26781BC505FC}"/>
              </a:ext>
            </a:extLst>
          </p:cNvPr>
          <p:cNvSpPr/>
          <p:nvPr/>
        </p:nvSpPr>
        <p:spPr>
          <a:xfrm>
            <a:off x="1921566" y="1687853"/>
            <a:ext cx="830911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21</a:t>
            </a:r>
            <a:r>
              <a:rPr lang="en-IN" sz="2400" baseline="30000" dirty="0"/>
              <a:t>st</a:t>
            </a:r>
            <a:r>
              <a:rPr lang="en-IN" sz="2400" dirty="0"/>
              <a:t> century office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About MS 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Insert tab.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Draw tab.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Design tab.</a:t>
            </a:r>
          </a:p>
          <a:p>
            <a:endParaRPr lang="en-IN" sz="2400" dirty="0"/>
          </a:p>
          <a:p>
            <a:r>
              <a:rPr lang="en-IN" sz="2400" dirty="0"/>
              <a:t>                              </a:t>
            </a:r>
            <a:r>
              <a:rPr lang="en-IN" sz="2400" b="1" u="sng" dirty="0"/>
              <a:t>Partnering with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Freepik</a:t>
            </a:r>
            <a:r>
              <a:rPr lang="en-IN" sz="2400" dirty="0"/>
              <a:t>: </a:t>
            </a:r>
            <a:r>
              <a:rPr lang="en-US" sz="2400" dirty="0"/>
              <a:t>a comprehensive design platform and digital marketplace that provides millions of assets—like stock photos,  PSD files, and AI tools. 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Gmail- Help me write feature: It help us to write an email correctly.</a:t>
            </a:r>
          </a:p>
          <a:p>
            <a:r>
              <a:rPr lang="en-IN" sz="2400" dirty="0"/>
              <a:t>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58770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A1181A-EB09-47F1-AC47-895674A19F27}"/>
              </a:ext>
            </a:extLst>
          </p:cNvPr>
          <p:cNvSpPr/>
          <p:nvPr/>
        </p:nvSpPr>
        <p:spPr>
          <a:xfrm>
            <a:off x="2790831" y="381864"/>
            <a:ext cx="58098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Session 09 MS-CIT (MS Office Skills – Ms Word)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5CE3B6-72FB-412C-9DBF-8BE7938EA9FA}"/>
              </a:ext>
            </a:extLst>
          </p:cNvPr>
          <p:cNvSpPr/>
          <p:nvPr/>
        </p:nvSpPr>
        <p:spPr>
          <a:xfrm>
            <a:off x="2504661" y="2005905"/>
            <a:ext cx="715617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21</a:t>
            </a:r>
            <a:r>
              <a:rPr lang="en-IN" sz="2400" baseline="30000" dirty="0"/>
              <a:t>st</a:t>
            </a:r>
            <a:r>
              <a:rPr lang="en-IN" sz="2400" dirty="0"/>
              <a:t> century office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About MS 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Layout tab.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Creating coupon in MS 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r>
              <a:rPr lang="en-IN" sz="2400" dirty="0"/>
              <a:t>                          </a:t>
            </a:r>
            <a:r>
              <a:rPr lang="en-IN" sz="2400" b="1" u="sng" dirty="0"/>
              <a:t>Partnering with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Pexels</a:t>
            </a:r>
            <a:r>
              <a:rPr lang="en-IN" sz="2400" dirty="0"/>
              <a:t>: </a:t>
            </a:r>
            <a:r>
              <a:rPr lang="en-US" sz="2400" dirty="0"/>
              <a:t>a popular platform that provides millions of free, high-quality stock photos and videos.</a:t>
            </a:r>
            <a:r>
              <a:rPr lang="en-IN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IRCTC – Ask Disha 2.0: </a:t>
            </a:r>
            <a:r>
              <a:rPr lang="en-US" sz="2400" dirty="0"/>
              <a:t>an advanced, AI-powered virtual assistant and </a:t>
            </a:r>
            <a:r>
              <a:rPr lang="en-US" sz="2400" dirty="0" err="1"/>
              <a:t>voicebot</a:t>
            </a:r>
            <a:r>
              <a:rPr lang="en-US" sz="2400" dirty="0"/>
              <a:t> designed to simplify train travel and ticket booking.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54794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45F229-2507-45AA-99FF-ACCF37282BBB}"/>
              </a:ext>
            </a:extLst>
          </p:cNvPr>
          <p:cNvSpPr/>
          <p:nvPr/>
        </p:nvSpPr>
        <p:spPr>
          <a:xfrm>
            <a:off x="2303189" y="249343"/>
            <a:ext cx="75856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Session 10 MS-CIT (MS Office Skills – Ms Word)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7D12E-0B3C-4A34-9D80-3AA4B54FEBC2}"/>
              </a:ext>
            </a:extLst>
          </p:cNvPr>
          <p:cNvSpPr/>
          <p:nvPr/>
        </p:nvSpPr>
        <p:spPr>
          <a:xfrm>
            <a:off x="1985136" y="1449672"/>
            <a:ext cx="859009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21</a:t>
            </a:r>
            <a:r>
              <a:rPr lang="en-IN" sz="2400" baseline="30000" dirty="0"/>
              <a:t>st</a:t>
            </a:r>
            <a:r>
              <a:rPr lang="en-IN" sz="2400" dirty="0"/>
              <a:t> century office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About MS 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Reference tab.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r>
              <a:rPr lang="en-IN" sz="2400" dirty="0"/>
              <a:t>                                       </a:t>
            </a:r>
            <a:r>
              <a:rPr lang="en-IN" sz="2400" b="1" u="sng" dirty="0"/>
              <a:t>Partnering with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Grammarly: </a:t>
            </a:r>
            <a:r>
              <a:rPr lang="en-US" sz="2400" dirty="0"/>
              <a:t>an AI-powered writing assistant that checks spelling, grammar, tone, and clarity while offering generative AI features like drafting and rewriting. 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Ideogram: </a:t>
            </a:r>
            <a:r>
              <a:rPr lang="en-US" sz="2400" dirty="0"/>
              <a:t>a popular AI-powered text-to-image generator built  to render highly legible, stylized, and accurate text directly within images. 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Insta 3D: </a:t>
            </a:r>
            <a:r>
              <a:rPr lang="en-US" sz="2400" dirty="0"/>
              <a:t>an innovative online platform that uses advanced artificial intelligence to transform voice commands and text prompts into 3D models and digital visual art.</a:t>
            </a:r>
            <a:r>
              <a:rPr lang="en-IN" sz="24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51492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BAED1A-19F2-442D-B186-9DB28A26DEEE}"/>
              </a:ext>
            </a:extLst>
          </p:cNvPr>
          <p:cNvSpPr/>
          <p:nvPr/>
        </p:nvSpPr>
        <p:spPr>
          <a:xfrm>
            <a:off x="2247493" y="342109"/>
            <a:ext cx="70555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Session 11 MS-CIT (MS Office Skills – Ms Word)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2536A1-6D4B-45D8-9C96-A47CD292589B}"/>
              </a:ext>
            </a:extLst>
          </p:cNvPr>
          <p:cNvSpPr/>
          <p:nvPr/>
        </p:nvSpPr>
        <p:spPr>
          <a:xfrm>
            <a:off x="1828799" y="1973422"/>
            <a:ext cx="809707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21</a:t>
            </a:r>
            <a:r>
              <a:rPr lang="en-IN" sz="2400" baseline="30000" dirty="0"/>
              <a:t>st</a:t>
            </a:r>
            <a:r>
              <a:rPr lang="en-IN" sz="2400" dirty="0"/>
              <a:t> century office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About MS 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Mailings tab.</a:t>
            </a:r>
          </a:p>
          <a:p>
            <a:endParaRPr lang="en-IN" sz="2400" dirty="0"/>
          </a:p>
          <a:p>
            <a:r>
              <a:rPr lang="en-IN" sz="2400" dirty="0"/>
              <a:t>                                         </a:t>
            </a:r>
            <a:r>
              <a:rPr lang="en-IN" sz="2400" b="1" u="sng" dirty="0"/>
              <a:t>Partnering with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Google Drive with AI integration: </a:t>
            </a:r>
            <a:r>
              <a:rPr lang="en-US" sz="2400" dirty="0"/>
              <a:t>Google Drive integrates natively with Gemini AI to help you effortlessly summarize documents, organize files, and locate information without leaving your cloud storage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Duolingo: </a:t>
            </a:r>
            <a:r>
              <a:rPr lang="en-US" sz="2400" dirty="0"/>
              <a:t>the world's most popular language-learning platform.</a:t>
            </a:r>
            <a:r>
              <a:rPr lang="en-IN" sz="2400" dirty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42696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30C583-7AA6-4CC8-A99B-A9C6B3AF0FA6}"/>
              </a:ext>
            </a:extLst>
          </p:cNvPr>
          <p:cNvSpPr/>
          <p:nvPr/>
        </p:nvSpPr>
        <p:spPr>
          <a:xfrm>
            <a:off x="1679899" y="408369"/>
            <a:ext cx="78881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Session 12 MS-CIT (MS Office Skills – Ms Word) </a:t>
            </a:r>
          </a:p>
        </p:txBody>
      </p:sp>
    </p:spTree>
    <p:extLst>
      <p:ext uri="{BB962C8B-B14F-4D97-AF65-F5344CB8AC3E}">
        <p14:creationId xmlns:p14="http://schemas.microsoft.com/office/powerpoint/2010/main" val="2402710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897</Words>
  <Application>Microsoft Office PowerPoint</Application>
  <PresentationFormat>Widescreen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18</cp:revision>
  <dcterms:created xsi:type="dcterms:W3CDTF">2026-05-21T05:17:53Z</dcterms:created>
  <dcterms:modified xsi:type="dcterms:W3CDTF">2026-05-22T07:26:14Z</dcterms:modified>
</cp:coreProperties>
</file>