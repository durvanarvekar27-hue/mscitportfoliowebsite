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1" d="100"/>
          <a:sy n="71" d="100"/>
        </p:scale>
        <p:origin x="1998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8313-39E6-483D-9E72-D8395B3BF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E66C0-B940-415A-A865-1B2846418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BCE9-2500-499B-AEEC-8DDB8A11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AE4A2-52AD-4B72-9891-D7612ACD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E27CB-5DA6-49E6-9548-FB2C24C3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32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554F-10A3-4FE3-9444-1F60B339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E2CE3-7ECC-4BE6-88CF-CB36D853B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9CB14-6831-4F60-9FC4-123A354C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5E445-BF0C-4A46-812F-69D259E1A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D4F95-6F85-4D10-B243-257D82D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95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0813-A69E-4252-9143-BF2C239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F8545-32BA-4D61-8ACA-C20515AD5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9DDBB-6542-41ED-8F0A-5CADD40E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768C2-D656-46BB-A6BE-EE19A68F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238FF-D318-43E7-9D8D-63FDA5F7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5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80CA7-ECD4-4851-92A0-0F4F9016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15146-B752-4172-AE96-363203953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43544-61D2-488E-99D9-9364DA86F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19485-10B4-4A31-B0C1-8D01CC637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ED95E-D1F4-4326-AE86-DF8DF368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292E1-DCD1-4B38-92AA-75552322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80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598B-2A95-4C7E-8C37-60D7D334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30E0E-65C7-41E2-B904-A2948C439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662F0-D4F6-4ED5-9A40-FBCE893A7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26CD6-0258-4067-B8D1-EAD3B8714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B18B71-3213-42B8-9307-5A7FC4809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BFABB-8B5F-438A-8BAD-6C5B5284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8721B-50AB-4FDC-802C-5D056272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624991-14E2-4A13-821C-2065D6C7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72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621F-0BB5-4B9E-9968-51835368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9A81E-074A-4FB1-BEF9-51EA5D36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1181D-9489-4CE6-902F-A375AD98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D8D94-1EF9-4AED-863B-34FC45B3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13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89C24-5620-4368-A61A-DEAFB440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05C96-150B-4CCB-9BA4-BC435B99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DBE44-D758-41E3-91B9-25FB61C6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5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897E-68B5-4444-80B2-B6C06AD9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7A97-B72E-48AB-A97A-54C3ADB33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77DA5-F21A-4F5D-92ED-F5EB801A3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0F795-8D9A-451F-BD62-7AC21839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B4AA6-1603-45D7-86F2-3EBA1F415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72570-F9CC-4E38-8E22-61C73704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7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08A8-5140-4E85-8700-A711C2E4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4E8D3-8864-4565-8DBF-A9AD35C24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B9F3E-6581-46CC-A384-1074CB009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0C610-622F-4432-BAD7-73D0BC1D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FF44F-05C4-4759-AAAE-2BC7E44E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E9416-FE62-47AC-851C-1202CCBA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84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6CC0-5604-444B-8D5F-CB700C2A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BD472-A128-46D3-A82A-FDD1AE33E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9DE31-6350-4AAC-B04A-4E7ABDCC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E1909-A5FF-4E09-84E2-50FBC3E1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CD468-1578-4C63-AF90-C09029A3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9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0C163-D291-4F41-AF12-02D079FF2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A9A3C-E139-4205-900C-88E697505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D7A6-849B-4417-BBFD-07C7E65C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1815C-230D-4194-9B85-BB2857020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E01FC-F4F3-4174-89D5-D8DA26BAA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0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C405C-7791-4F0F-A04C-2BEBFDE34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5B586-E44E-4CCB-95F9-4FC398AE7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B06B8-D1B0-420C-B558-5CB88A8DD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8624F-624F-4CA3-8A07-3BDD9BDBAF73}" type="datetimeFigureOut">
              <a:rPr lang="en-IN" smtClean="0"/>
              <a:t>10/Apr/2026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B4E6F-CE41-4DAB-A180-C6F8D14EA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05B75-37F2-41C1-B2D2-4754F039F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068F1-1F5E-47A0-8A03-C7102CAD3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13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o.wikipedia.org/wiki/KFC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o.wikipedia.org/wiki/KFC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ngsarap.net/2016/02/02/homemade-copycat-zinger-burger/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F86C-121F-4B7B-AF6B-A0EC4E293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132" y="3129699"/>
            <a:ext cx="10021936" cy="2366127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Elephant" panose="02020904090505020303" pitchFamily="18" charset="0"/>
              </a:rPr>
              <a:t>TASTE THE YUMMY CHICKEN BURGER </a:t>
            </a:r>
            <a:endParaRPr lang="en-IN" b="1" i="1" dirty="0">
              <a:latin typeface="Elephant" panose="0202090409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914B2-9BA0-47D8-AA17-FB099D07E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134" y="5901178"/>
            <a:ext cx="9546866" cy="1036949"/>
          </a:xfrm>
        </p:spPr>
        <p:txBody>
          <a:bodyPr>
            <a:normAutofit/>
          </a:bodyPr>
          <a:lstStyle/>
          <a:p>
            <a:r>
              <a:rPr lang="en-US" i="1" dirty="0">
                <a:latin typeface="Algerian" panose="04020705040A02060702" pitchFamily="82" charset="0"/>
              </a:rPr>
              <a:t>SPECIAL OFFER OF SUMMER SEASON </a:t>
            </a:r>
            <a:endParaRPr lang="en-IN" i="1" dirty="0">
              <a:latin typeface="Algerian" panose="04020705040A02060702" pitchFamily="82" charset="0"/>
            </a:endParaRPr>
          </a:p>
          <a:p>
            <a:r>
              <a:rPr lang="en-US" i="1" dirty="0">
                <a:latin typeface="Algerian" panose="04020705040A02060702" pitchFamily="82" charset="0"/>
              </a:rPr>
              <a:t>9</a:t>
            </a:r>
            <a:r>
              <a:rPr lang="en-IN" i="1" dirty="0">
                <a:latin typeface="Algerian" panose="04020705040A02060702" pitchFamily="82" charset="0"/>
              </a:rPr>
              <a:t>9/- RS </a:t>
            </a:r>
            <a:endParaRPr lang="en-US" i="1" dirty="0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440DF-D59B-4B21-8D6C-1CAAFA59F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460906" y="186635"/>
            <a:ext cx="2740388" cy="274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05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0BD3-CD63-4B78-A460-642A059C7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588" y="5151016"/>
            <a:ext cx="10712823" cy="1385048"/>
          </a:xfrm>
        </p:spPr>
        <p:txBody>
          <a:bodyPr>
            <a:normAutofit/>
          </a:bodyPr>
          <a:lstStyle/>
          <a:p>
            <a:r>
              <a:rPr lang="en-US" sz="2800" b="1" dirty="0"/>
              <a:t>ADDRESS:- ground floor, </a:t>
            </a:r>
            <a:r>
              <a:rPr lang="en-US" sz="2800" b="1" dirty="0" err="1"/>
              <a:t>wbiz</a:t>
            </a:r>
            <a:r>
              <a:rPr lang="en-US" sz="2800" b="1" dirty="0"/>
              <a:t>, shop no-10 &amp;11, chowk road, near ginger hotel, waked, </a:t>
            </a:r>
            <a:r>
              <a:rPr lang="en-US" sz="2800" b="1" dirty="0" err="1"/>
              <a:t>pune</a:t>
            </a:r>
            <a:r>
              <a:rPr lang="en-US" sz="2800" b="1" dirty="0"/>
              <a:t>, Maharashtra -411057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BC0A5-E3EC-40E6-A3C3-B487ED431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1023" y="187465"/>
            <a:ext cx="1680881" cy="1680881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C1844D-EB07-40E8-99A5-3BC670658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812054" y="710092"/>
            <a:ext cx="6173443" cy="411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1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Algerian</vt:lpstr>
      <vt:lpstr>Arial</vt:lpstr>
      <vt:lpstr>Calibri</vt:lpstr>
      <vt:lpstr>Calibri Light</vt:lpstr>
      <vt:lpstr>Elephant</vt:lpstr>
      <vt:lpstr>Office Theme</vt:lpstr>
      <vt:lpstr>TASTE THE YUMMY CHICKEN BURGER </vt:lpstr>
      <vt:lpstr>ADDRESS:- ground floor, wbiz, shop no-10 &amp;11, chowk road, near ginger hotel, waked, pune, Maharashtra -411057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TASTE THE YUMMY CHICKEN BURGER</dc:title>
  <dc:creator>Administrator</dc:creator>
  <cp:lastModifiedBy>Administrator</cp:lastModifiedBy>
  <cp:revision>5</cp:revision>
  <dcterms:created xsi:type="dcterms:W3CDTF">2026-04-10T07:10:03Z</dcterms:created>
  <dcterms:modified xsi:type="dcterms:W3CDTF">2026-04-10T07:33:36Z</dcterms:modified>
</cp:coreProperties>
</file>