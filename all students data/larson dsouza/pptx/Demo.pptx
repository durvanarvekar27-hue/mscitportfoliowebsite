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101"/>
    <a:srgbClr val="450308"/>
    <a:srgbClr val="240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7649-BE74-41DA-9BA8-2A5058027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89FA8-99E4-4719-B60B-52786B5FE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C6CCE-8F10-4E67-A710-0C4ADC10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7A342-51A5-4196-957D-5772CBBB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7981-E41E-454D-95D4-3115F8B7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49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D433-3EF7-45C8-A976-FF966987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12B4-F111-4A1A-ACA5-A16FDCE85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51F5-CE52-4D17-A9F9-ABB46040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016D7-59B5-4441-A1FE-FFB24A36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390D-643A-4169-8822-0EA51389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82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6948-737B-4D51-A2A6-9CEB2A68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89DC1-8224-4411-B4DE-D9BFC6642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0DF6-1814-423C-A0AB-B974A5FB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3DD27-7970-4666-B48A-4AFE9DE7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2CB9-88D4-4C5F-9479-662001B6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52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2E59-2383-4C43-9031-41656CBC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8BEB-B887-43D1-9C7B-F5BD82E92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388A6-0DC4-4488-9DF0-7723731D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CBFCF-8748-41A7-A7D0-C84A950F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0C84F-D03E-4AEA-996C-D0E9EAAD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EB5CE-CEDA-4057-96C9-50808914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9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EEAB-818F-4139-8E1C-CEFEE922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4C5F-241D-4D5A-AF44-1C7A7B565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DC57D-CF55-485A-B171-2CC16D63A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368C9-868D-4DF0-B838-BD9FE4692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298ED-F0C0-40BC-8DF7-BCA28E9CF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7FE1F-4969-4BE0-836D-4E263D9F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6803A-DD61-475E-B938-E139F7A0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DFE0-D48B-43A7-B256-FDF3FB73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2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B0AC-56C9-49F8-898D-13A861F2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3A6B5-D6C4-4216-9B7B-AB8B1AED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C588E-0F37-408D-A224-420F3CF5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9BBB9-28C9-4743-B7EB-31827E5A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A275B-ED58-4AEB-AFBB-07480380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4E52C-BD11-498C-A899-B0B09CB9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0801C-87FD-477A-944D-9CA31336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9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A863-9244-4FCB-BDB8-6B8002F0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E69B-CBCC-4C41-B097-14DE1BA14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824D8-465E-4681-A725-93E7C4550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8CFA-F3B1-4CCD-8D77-0AFA7AC3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B45C-F142-416A-B6C3-BB10E6D3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E9340-B4D4-49C1-B9A5-E5FC72DC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9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6313-B86B-4AF6-BAE6-C4432037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42E48-FFB1-484D-8094-827150675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E685F-A932-43A0-9600-98D8C41B5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3FFC4-BE09-4940-9184-80ACBEE6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DB637-7DE4-45FC-837C-C42C8C3D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B2F36-0265-4AFF-AC58-1F87EC58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34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2DFD-4ED9-40B9-9F3B-08CB3504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A6E05-04EE-47C7-8111-785B73A90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31A2C-28A5-475C-9932-44913B44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F059-4561-4959-8B9D-128D315E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ADB3-9CAA-4599-A5BA-F9EFE249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C56A1-3DA1-4D7D-9962-942953317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DA21B-EAE1-4F2C-BDAD-0EE989F7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E39C-3409-4FC6-97C5-7613EBFD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DB66-121A-4D58-94C3-4A69D427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37B29-71B0-46DB-AEDE-6631EEB6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2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87C37-DEB4-4167-BE2D-7304770D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DC6CB-B7C7-4C5C-91D2-0814BF06E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7ACF5-3E92-441D-B770-A25B08DEE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4C4BE-FA73-48AB-B271-C6F0BDB1D237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A455F-42B8-43F4-8D08-190509F78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CA1A7-AFCD-41DB-B0F6-52C15AA9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6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17" Type="http://schemas.microsoft.com/office/2007/relationships/hdphoto" Target="../media/hdphoto7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19" Type="http://schemas.microsoft.com/office/2007/relationships/hdphoto" Target="../media/hdphoto8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.png"/><Relationship Id="rId18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3.wdp"/><Relationship Id="rId12" Type="http://schemas.openxmlformats.org/officeDocument/2006/relationships/image" Target="../media/image1.png"/><Relationship Id="rId17" Type="http://schemas.openxmlformats.org/officeDocument/2006/relationships/image" Target="../media/image9.png"/><Relationship Id="rId2" Type="http://schemas.openxmlformats.org/officeDocument/2006/relationships/image" Target="../media/image2.png"/><Relationship Id="rId16" Type="http://schemas.microsoft.com/office/2007/relationships/hdphoto" Target="../media/hdphoto5.wdp"/><Relationship Id="rId20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microsoft.com/office/2007/relationships/hdphoto" Target="../media/hdphoto8.wdp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19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AF39B7E9-CCFD-4975-AD52-2D1D1D93E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26" y="4719622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D24937-6571-44CC-88BC-B78EC7166FC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able Background Images – Browse 26,159,559 Stock Photos, Vectors, and  Video | Adobe Stock">
            <a:extLst>
              <a:ext uri="{FF2B5EF4-FFF2-40B4-BE49-F238E27FC236}">
                <a16:creationId xmlns:a16="http://schemas.microsoft.com/office/drawing/2014/main" id="{040EF125-49DD-4D05-93E8-528F598EE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9167" l="1296" r="97778">
                        <a14:foregroundMark x1="9074" y1="87500" x2="54630" y2="86389"/>
                        <a14:foregroundMark x1="54630" y1="86389" x2="79259" y2="90556"/>
                        <a14:foregroundMark x1="79259" y1="90556" x2="83148" y2="92778"/>
                        <a14:foregroundMark x1="83148" y1="92778" x2="84074" y2="91389"/>
                        <a14:foregroundMark x1="8519" y1="85278" x2="23889" y2="94722"/>
                        <a14:foregroundMark x1="23889" y1="94722" x2="58148" y2="98333"/>
                        <a14:foregroundMark x1="58148" y1="98333" x2="88148" y2="91944"/>
                        <a14:foregroundMark x1="88148" y1="91944" x2="91852" y2="89444"/>
                        <a14:foregroundMark x1="91852" y1="89444" x2="88519" y2="85000"/>
                        <a14:foregroundMark x1="88519" y1="85000" x2="94444" y2="87500"/>
                        <a14:foregroundMark x1="94444" y1="87500" x2="90000" y2="91389"/>
                        <a14:foregroundMark x1="90000" y1="91389" x2="97037" y2="93333"/>
                        <a14:foregroundMark x1="97037" y1="93333" x2="84259" y2="89722"/>
                        <a14:foregroundMark x1="84259" y1="89722" x2="92593" y2="88889"/>
                        <a14:foregroundMark x1="92593" y1="88889" x2="83519" y2="86667"/>
                        <a14:foregroundMark x1="83519" y1="86667" x2="79259" y2="83056"/>
                        <a14:foregroundMark x1="79259" y1="83056" x2="72407" y2="82222"/>
                        <a14:foregroundMark x1="72407" y1="82222" x2="91667" y2="87778"/>
                        <a14:foregroundMark x1="91667" y1="87778" x2="80926" y2="86667"/>
                        <a14:foregroundMark x1="80926" y1="86667" x2="91111" y2="89167"/>
                        <a14:foregroundMark x1="91111" y1="89167" x2="77778" y2="87500"/>
                        <a14:foregroundMark x1="77778" y1="87500" x2="83519" y2="90833"/>
                        <a14:foregroundMark x1="83519" y1="90833" x2="66481" y2="89167"/>
                        <a14:foregroundMark x1="66481" y1="89167" x2="81481" y2="92500"/>
                        <a14:foregroundMark x1="81481" y1="92500" x2="76481" y2="89722"/>
                        <a14:foregroundMark x1="76481" y1="89722" x2="75926" y2="90556"/>
                        <a14:foregroundMark x1="55741" y1="82500" x2="65370" y2="86944"/>
                        <a14:foregroundMark x1="65370" y1="86944" x2="60370" y2="90556"/>
                        <a14:foregroundMark x1="60370" y1="90556" x2="45926" y2="91944"/>
                        <a14:foregroundMark x1="45926" y1="91944" x2="74074" y2="95278"/>
                        <a14:foregroundMark x1="74074" y1="95278" x2="58704" y2="92500"/>
                        <a14:foregroundMark x1="7593" y1="87222" x2="7593" y2="87778"/>
                        <a14:foregroundMark x1="7593" y1="87778" x2="7593" y2="89167"/>
                        <a14:foregroundMark x1="5926" y1="89167" x2="5185" y2="98333"/>
                        <a14:foregroundMark x1="5185" y1="98333" x2="4630" y2="90278"/>
                        <a14:foregroundMark x1="4630" y1="90278" x2="12778" y2="89444"/>
                        <a14:foregroundMark x1="12778" y1="89444" x2="21111" y2="91667"/>
                        <a14:foregroundMark x1="21111" y1="91667" x2="19630" y2="85278"/>
                        <a14:foregroundMark x1="7593" y1="84444" x2="13889" y2="83611"/>
                        <a14:foregroundMark x1="13889" y1="83611" x2="26667" y2="87222"/>
                        <a14:foregroundMark x1="7222" y1="82500" x2="4259" y2="87778"/>
                        <a14:foregroundMark x1="4259" y1="87778" x2="2593" y2="99722"/>
                        <a14:foregroundMark x1="1481" y1="82778" x2="7407" y2="83611"/>
                        <a14:foregroundMark x1="85185" y1="81667" x2="94444" y2="83056"/>
                        <a14:foregroundMark x1="94444" y1="83056" x2="97963" y2="88889"/>
                        <a14:foregroundMark x1="97963" y1="88889" x2="97778" y2="97778"/>
                        <a14:foregroundMark x1="97778" y1="97778" x2="97593" y2="98056"/>
                        <a14:backgroundMark x1="45000" y1="31944" x2="95370" y2="4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4DC0D8-9801-47DD-BFB7-2F4788BFBA8F}"/>
              </a:ext>
            </a:extLst>
          </p:cNvPr>
          <p:cNvSpPr/>
          <p:nvPr/>
        </p:nvSpPr>
        <p:spPr>
          <a:xfrm>
            <a:off x="-1" y="-33130"/>
            <a:ext cx="12192000" cy="5751443"/>
          </a:xfrm>
          <a:prstGeom prst="rect">
            <a:avLst/>
          </a:prstGeom>
          <a:solidFill>
            <a:srgbClr val="0B010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B097F-1D6B-4EF5-B91C-330030755D21}"/>
              </a:ext>
            </a:extLst>
          </p:cNvPr>
          <p:cNvSpPr/>
          <p:nvPr/>
        </p:nvSpPr>
        <p:spPr>
          <a:xfrm>
            <a:off x="5622152" y="324433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150DC-89F7-4517-940E-22D33D1C5270}"/>
              </a:ext>
            </a:extLst>
          </p:cNvPr>
          <p:cNvSpPr/>
          <p:nvPr/>
        </p:nvSpPr>
        <p:spPr>
          <a:xfrm>
            <a:off x="5622152" y="324433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pic>
        <p:nvPicPr>
          <p:cNvPr id="21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8FF2916D-FE7F-47D9-B17C-2B6D1F71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115" y="2842591"/>
            <a:ext cx="2029172" cy="2525156"/>
          </a:xfrm>
          <a:prstGeom prst="rect">
            <a:avLst/>
          </a:prstGeom>
          <a:noFill/>
          <a:scene3d>
            <a:camera prst="orthographicFront">
              <a:rot lat="0" lon="0" rev="206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Sliced onion ring isolated hi-res stock photography and images - Alamy">
            <a:extLst>
              <a:ext uri="{FF2B5EF4-FFF2-40B4-BE49-F238E27FC236}">
                <a16:creationId xmlns:a16="http://schemas.microsoft.com/office/drawing/2014/main" id="{A4F8843F-071F-4F05-B658-BBD02EF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01" b="90000" l="9992" r="89842">
                        <a14:foregroundMark x1="36220" y1="9568" x2="37052" y2="8633"/>
                        <a14:foregroundMark x1="42465" y1="8201" x2="42465" y2="8201"/>
                        <a14:foregroundMark x1="11823" y1="33237" x2="15654" y2="428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22" y="2782983"/>
            <a:ext cx="1747686" cy="2584764"/>
          </a:xfrm>
          <a:prstGeom prst="rect">
            <a:avLst/>
          </a:prstGeom>
          <a:noFill/>
          <a:scene3d>
            <a:camera prst="orthographicFront">
              <a:rot lat="1043294" lon="7931171" rev="20505034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E407F59C-A47A-4294-A29D-6152FC72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036" y="3385981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8" descr="Onion Ring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E7629186-CDF8-4145-9942-6744B9FA6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2500">
                        <a14:foregroundMark x1="88333" y1="58611" x2="92500" y2="70833"/>
                        <a14:backgroundMark x1="60278" y1="17778" x2="15833" y2="19444"/>
                        <a14:backgroundMark x1="15833" y1="19444" x2="11111" y2="59444"/>
                        <a14:backgroundMark x1="16389" y1="68333" x2="16389" y2="68333"/>
                        <a14:backgroundMark x1="15833" y1="61389" x2="15278" y2="69167"/>
                        <a14:backgroundMark x1="57500" y1="47778" x2="52778" y2="68333"/>
                        <a14:backgroundMark x1="53333" y1="59444" x2="53333" y2="59444"/>
                        <a14:backgroundMark x1="53333" y1="58056" x2="66389" y2="45556"/>
                        <a14:backgroundMark x1="66389" y1="45556" x2="59444" y2="57222"/>
                        <a14:backgroundMark x1="16389" y1="68889" x2="16389" y2="68889"/>
                        <a14:backgroundMark x1="59722" y1="21667" x2="59722" y2="21667"/>
                        <a14:backgroundMark x1="59722" y1="20556" x2="59722" y2="20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155" y="2390669"/>
            <a:ext cx="174768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0" descr="Lettuce Leaf PNG Transparent Images Free Download | Vector Files | Pngtree">
            <a:extLst>
              <a:ext uri="{FF2B5EF4-FFF2-40B4-BE49-F238E27FC236}">
                <a16:creationId xmlns:a16="http://schemas.microsoft.com/office/drawing/2014/main" id="{5926023B-5A30-4391-ABD9-4719AEC89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8333" r="90000">
                        <a14:foregroundMark x1="8333" y1="58611" x2="8333" y2="58611"/>
                        <a14:foregroundMark x1="89722" y1="53333" x2="89722" y2="5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316" y="2055469"/>
            <a:ext cx="4452811" cy="3547798"/>
          </a:xfrm>
          <a:prstGeom prst="rect">
            <a:avLst/>
          </a:prstGeom>
          <a:noFill/>
          <a:scene3d>
            <a:camera prst="orthographicFront">
              <a:rot lat="0" lon="20699996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Lettuce Leaf Images – Browse 981,393 Stock Photos, Vectors, and Video |  Adobe Stock">
            <a:extLst>
              <a:ext uri="{FF2B5EF4-FFF2-40B4-BE49-F238E27FC236}">
                <a16:creationId xmlns:a16="http://schemas.microsoft.com/office/drawing/2014/main" id="{D677DF83-B07A-4DE3-B83F-ED2567C1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9225" r="89852">
                        <a14:foregroundMark x1="7196" y1="75278" x2="9225" y2="89722"/>
                        <a14:foregroundMark x1="9225" y1="89722" x2="12731" y2="8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259" y="3068448"/>
            <a:ext cx="2670275" cy="1036721"/>
          </a:xfrm>
          <a:prstGeom prst="rect">
            <a:avLst/>
          </a:prstGeom>
          <a:noFill/>
          <a:scene3d>
            <a:camera prst="orthographicFront">
              <a:rot lat="0" lon="0" rev="15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9E6F80-6AE9-49BD-92EA-0AE23BA533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2492" y="2558461"/>
            <a:ext cx="2975443" cy="1359526"/>
          </a:xfrm>
          <a:prstGeom prst="rect">
            <a:avLst/>
          </a:prstGeom>
          <a:scene3d>
            <a:camera prst="orthographicFront">
              <a:rot lat="300000" lon="0" rev="0"/>
            </a:camera>
            <a:lightRig rig="threePt" dir="t"/>
          </a:scene3d>
        </p:spPr>
      </p:pic>
      <p:pic>
        <p:nvPicPr>
          <p:cNvPr id="33" name="Picture 22" descr="Leaf of salad for burger or sandwich Illustration of food for shops 6799048  Vector Art at Vecteezy">
            <a:extLst>
              <a:ext uri="{FF2B5EF4-FFF2-40B4-BE49-F238E27FC236}">
                <a16:creationId xmlns:a16="http://schemas.microsoft.com/office/drawing/2014/main" id="{E5DF1AA5-7774-4D90-9478-FED7059DB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6224">
                        <a14:foregroundMark x1="18045" y1="79557" x2="24694" y2="79082"/>
                        <a14:foregroundMark x1="16059" y1="79699" x2="16319" y2="79680"/>
                        <a14:foregroundMark x1="24694" y1="79082" x2="52041" y2="83367"/>
                        <a14:foregroundMark x1="58608" y1="83017" x2="75000" y2="82143"/>
                        <a14:foregroundMark x1="52041" y1="83367" x2="57027" y2="83101"/>
                        <a14:foregroundMark x1="6324" y1="66097" x2="1633" y2="65000"/>
                        <a14:foregroundMark x1="52288" y1="76836" x2="51285" y2="76602"/>
                        <a14:foregroundMark x1="75000" y1="82143" x2="52779" y2="76951"/>
                        <a14:foregroundMark x1="1633" y1="65000" x2="6127" y2="65506"/>
                        <a14:foregroundMark x1="39915" y1="75527" x2="19166" y2="81239"/>
                        <a14:foregroundMark x1="31429" y1="83371" x2="49626" y2="84658"/>
                        <a14:foregroundMark x1="20051" y1="82566" x2="27958" y2="83125"/>
                        <a14:foregroundMark x1="95206" y1="86662" x2="96224" y2="86531"/>
                        <a14:foregroundMark x1="51084" y1="83715" x2="45510" y2="83367"/>
                        <a14:foregroundMark x1="56279" y1="84039" x2="51402" y2="83735"/>
                        <a14:foregroundMark x1="96224" y1="86531" x2="95328" y2="86475"/>
                        <a14:foregroundMark x1="45510" y1="83367" x2="51356" y2="84658"/>
                        <a14:foregroundMark x1="50303" y1="84658" x2="46327" y2="84082"/>
                        <a14:foregroundMark x1="53367" y1="85102" x2="52466" y2="84971"/>
                        <a14:foregroundMark x1="51167" y1="83364" x2="51837" y2="83265"/>
                        <a14:foregroundMark x1="46327" y1="84082" x2="50887" y2="83406"/>
                        <a14:foregroundMark x1="22653" y1="77653" x2="58469" y2="77857"/>
                        <a14:foregroundMark x1="53061" y1="77653" x2="83367" y2="74898"/>
                        <a14:foregroundMark x1="83367" y1="74898" x2="83469" y2="74898"/>
                        <a14:backgroundMark x1="21020" y1="27347" x2="32449" y2="27347"/>
                        <a14:backgroundMark x1="32449" y1="27347" x2="98673" y2="32041"/>
                        <a14:backgroundMark x1="19082" y1="50510" x2="45816" y2="60612"/>
                        <a14:backgroundMark x1="20306" y1="68061" x2="20306" y2="68061"/>
                        <a14:backgroundMark x1="21735" y1="68265" x2="27551" y2="70204"/>
                        <a14:backgroundMark x1="34082" y1="71531" x2="41735" y2="71327"/>
                        <a14:backgroundMark x1="41735" y1="71327" x2="45816" y2="72041"/>
                        <a14:backgroundMark x1="7653" y1="64082" x2="22959" y2="65408"/>
                        <a14:backgroundMark x1="22959" y1="65408" x2="35918" y2="73469"/>
                        <a14:backgroundMark x1="35918" y1="73469" x2="52041" y2="75510"/>
                        <a14:backgroundMark x1="52041" y1="75510" x2="41122" y2="71122"/>
                        <a14:backgroundMark x1="8367" y1="63878" x2="15714" y2="68163"/>
                        <a14:backgroundMark x1="15714" y1="68163" x2="32551" y2="70408"/>
                        <a14:backgroundMark x1="32551" y1="70408" x2="40306" y2="70204"/>
                        <a14:backgroundMark x1="40306" y1="70204" x2="55102" y2="70204"/>
                        <a14:backgroundMark x1="16122" y1="79796" x2="20612" y2="86531"/>
                        <a14:backgroundMark x1="20612" y1="86531" x2="27857" y2="86531"/>
                        <a14:backgroundMark x1="27857" y1="86531" x2="43469" y2="86122"/>
                        <a14:backgroundMark x1="43469" y1="86122" x2="50918" y2="86122"/>
                        <a14:backgroundMark x1="50918" y1="86122" x2="58163" y2="89082"/>
                        <a14:backgroundMark x1="58163" y1="89082" x2="65510" y2="89082"/>
                        <a14:backgroundMark x1="65510" y1="89082" x2="94184" y2="84184"/>
                        <a14:backgroundMark x1="70816" y1="84898" x2="70816" y2="84898"/>
                        <a14:backgroundMark x1="72653" y1="84898" x2="72653" y2="84898"/>
                        <a14:backgroundMark x1="72653" y1="84898" x2="61224" y2="85816"/>
                        <a14:backgroundMark x1="93061" y1="81633" x2="91122" y2="88980"/>
                        <a14:backgroundMark x1="91122" y1="88980" x2="84592" y2="87755"/>
                        <a14:backgroundMark x1="74082" y1="85102" x2="69388" y2="87041"/>
                        <a14:backgroundMark x1="48571" y1="72959" x2="59388" y2="71531"/>
                        <a14:backgroundMark x1="8163" y1="63673" x2="13980" y2="70408"/>
                        <a14:backgroundMark x1="13980" y1="70408" x2="36939" y2="70612"/>
                        <a14:backgroundMark x1="36939" y1="70612" x2="34592" y2="63469"/>
                        <a14:backgroundMark x1="34592" y1="63469" x2="24796" y2="61735"/>
                        <a14:backgroundMark x1="24796" y1="61735" x2="8367" y2="65510"/>
                        <a14:backgroundMark x1="8878" y1="65510" x2="35714" y2="69286"/>
                        <a14:backgroundMark x1="8163" y1="66429" x2="8163" y2="66429"/>
                        <a14:backgroundMark x1="8163" y1="66429" x2="6939" y2="65714"/>
                        <a14:backgroundMark x1="8367" y1="64796" x2="6531" y2="65918"/>
                        <a14:backgroundMark x1="7857" y1="64592" x2="8367" y2="68061"/>
                        <a14:backgroundMark x1="14184" y1="77143" x2="14490" y2="82857"/>
                        <a14:backgroundMark x1="16327" y1="79490" x2="16327" y2="79490"/>
                        <a14:backgroundMark x1="56327" y1="83980" x2="63469" y2="86327"/>
                        <a14:backgroundMark x1="63469" y1="86327" x2="94694" y2="87449"/>
                        <a14:backgroundMark x1="74082" y1="84184" x2="76224" y2="85816"/>
                        <a14:backgroundMark x1="52551" y1="84898" x2="52551" y2="84898"/>
                        <a14:backgroundMark x1="52143" y1="84898" x2="51837" y2="84898"/>
                        <a14:backgroundMark x1="52857" y1="84898" x2="52857" y2="84898"/>
                        <a14:backgroundMark x1="52857" y1="84898" x2="52857" y2="84898"/>
                        <a14:backgroundMark x1="30816" y1="83061" x2="30816" y2="83061"/>
                        <a14:backgroundMark x1="30612" y1="83265" x2="30612" y2="83265"/>
                        <a14:backgroundMark x1="29694" y1="82857" x2="29694" y2="846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115" y="1694634"/>
            <a:ext cx="3686175" cy="3316506"/>
          </a:xfrm>
          <a:prstGeom prst="rect">
            <a:avLst/>
          </a:prstGeom>
          <a:noFill/>
          <a:scene3d>
            <a:camera prst="orthographicFront">
              <a:rot lat="3511501" lon="20595597" rev="1983444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605B82D-1422-4AC1-A6B3-D7565AC43BB7}"/>
              </a:ext>
            </a:extLst>
          </p:cNvPr>
          <p:cNvSpPr/>
          <p:nvPr/>
        </p:nvSpPr>
        <p:spPr>
          <a:xfrm>
            <a:off x="5488301" y="3244334"/>
            <a:ext cx="121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BURGER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pic>
        <p:nvPicPr>
          <p:cNvPr id="1040" name="Picture 16" descr="11 Indian Burgers That Are Anything But Basic - Youll Want Them All! - NDTV  Food">
            <a:extLst>
              <a:ext uri="{FF2B5EF4-FFF2-40B4-BE49-F238E27FC236}">
                <a16:creationId xmlns:a16="http://schemas.microsoft.com/office/drawing/2014/main" id="{E8ACA786-FD4D-40D9-8FA8-EFB625682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58" b="90875" l="9972" r="89997">
                        <a14:foregroundMark x1="42174" y1="88837" x2="43810" y2="88189"/>
                        <a14:foregroundMark x1="45724" y1="87772" x2="55542" y2="88004"/>
                        <a14:foregroundMark x1="55542" y1="88004" x2="60574" y2="87957"/>
                        <a14:foregroundMark x1="60574" y1="87957" x2="64464" y2="90875"/>
                        <a14:foregroundMark x1="56530" y1="88606" x2="61840" y2="89764"/>
                        <a14:foregroundMark x1="61840" y1="89764" x2="61994" y2="89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1193571"/>
            <a:ext cx="10288587" cy="550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72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D24937-6571-44CC-88BC-B78EC7166FC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able Background Images – Browse 26,159,559 Stock Photos, Vectors, and  Video | Adobe Stock">
            <a:extLst>
              <a:ext uri="{FF2B5EF4-FFF2-40B4-BE49-F238E27FC236}">
                <a16:creationId xmlns:a16="http://schemas.microsoft.com/office/drawing/2014/main" id="{040EF125-49DD-4D05-93E8-528F598EE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167" l="1296" r="97778">
                        <a14:foregroundMark x1="9074" y1="87500" x2="54630" y2="86389"/>
                        <a14:foregroundMark x1="54630" y1="86389" x2="79259" y2="90556"/>
                        <a14:foregroundMark x1="79259" y1="90556" x2="83148" y2="92778"/>
                        <a14:foregroundMark x1="83148" y1="92778" x2="84074" y2="91389"/>
                        <a14:foregroundMark x1="8519" y1="85278" x2="23889" y2="94722"/>
                        <a14:foregroundMark x1="23889" y1="94722" x2="58148" y2="98333"/>
                        <a14:foregroundMark x1="58148" y1="98333" x2="88148" y2="91944"/>
                        <a14:foregroundMark x1="88148" y1="91944" x2="91852" y2="89444"/>
                        <a14:foregroundMark x1="91852" y1="89444" x2="88519" y2="85000"/>
                        <a14:foregroundMark x1="88519" y1="85000" x2="94444" y2="87500"/>
                        <a14:foregroundMark x1="94444" y1="87500" x2="90000" y2="91389"/>
                        <a14:foregroundMark x1="90000" y1="91389" x2="97037" y2="93333"/>
                        <a14:foregroundMark x1="97037" y1="93333" x2="84259" y2="89722"/>
                        <a14:foregroundMark x1="84259" y1="89722" x2="92593" y2="88889"/>
                        <a14:foregroundMark x1="92593" y1="88889" x2="83519" y2="86667"/>
                        <a14:foregroundMark x1="83519" y1="86667" x2="79259" y2="83056"/>
                        <a14:foregroundMark x1="79259" y1="83056" x2="72407" y2="82222"/>
                        <a14:foregroundMark x1="72407" y1="82222" x2="91667" y2="87778"/>
                        <a14:foregroundMark x1="91667" y1="87778" x2="80926" y2="86667"/>
                        <a14:foregroundMark x1="80926" y1="86667" x2="91111" y2="89167"/>
                        <a14:foregroundMark x1="91111" y1="89167" x2="77778" y2="87500"/>
                        <a14:foregroundMark x1="77778" y1="87500" x2="83519" y2="90833"/>
                        <a14:foregroundMark x1="83519" y1="90833" x2="66481" y2="89167"/>
                        <a14:foregroundMark x1="66481" y1="89167" x2="81481" y2="92500"/>
                        <a14:foregroundMark x1="81481" y1="92500" x2="76481" y2="89722"/>
                        <a14:foregroundMark x1="76481" y1="89722" x2="75926" y2="90556"/>
                        <a14:foregroundMark x1="55741" y1="82500" x2="65370" y2="86944"/>
                        <a14:foregroundMark x1="65370" y1="86944" x2="60370" y2="90556"/>
                        <a14:foregroundMark x1="60370" y1="90556" x2="45926" y2="91944"/>
                        <a14:foregroundMark x1="45926" y1="91944" x2="74074" y2="95278"/>
                        <a14:foregroundMark x1="74074" y1="95278" x2="58704" y2="92500"/>
                        <a14:foregroundMark x1="7593" y1="87222" x2="7593" y2="87778"/>
                        <a14:foregroundMark x1="7593" y1="87778" x2="7593" y2="89167"/>
                        <a14:foregroundMark x1="5926" y1="89167" x2="5185" y2="98333"/>
                        <a14:foregroundMark x1="5185" y1="98333" x2="4630" y2="90278"/>
                        <a14:foregroundMark x1="4630" y1="90278" x2="12778" y2="89444"/>
                        <a14:foregroundMark x1="12778" y1="89444" x2="21111" y2="91667"/>
                        <a14:foregroundMark x1="21111" y1="91667" x2="19630" y2="85278"/>
                        <a14:foregroundMark x1="7593" y1="84444" x2="13889" y2="83611"/>
                        <a14:foregroundMark x1="13889" y1="83611" x2="26667" y2="87222"/>
                        <a14:foregroundMark x1="7222" y1="82500" x2="4259" y2="87778"/>
                        <a14:foregroundMark x1="4259" y1="87778" x2="2593" y2="99722"/>
                        <a14:foregroundMark x1="1481" y1="82778" x2="7407" y2="83611"/>
                        <a14:foregroundMark x1="85185" y1="81667" x2="94444" y2="83056"/>
                        <a14:foregroundMark x1="94444" y1="83056" x2="97963" y2="88889"/>
                        <a14:foregroundMark x1="97963" y1="88889" x2="97778" y2="97778"/>
                        <a14:foregroundMark x1="97778" y1="97778" x2="97593" y2="98056"/>
                        <a14:backgroundMark x1="45000" y1="31944" x2="95370" y2="4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10" y="2920117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4DC0D8-9801-47DD-BFB7-2F4788BFBA8F}"/>
              </a:ext>
            </a:extLst>
          </p:cNvPr>
          <p:cNvSpPr/>
          <p:nvPr/>
        </p:nvSpPr>
        <p:spPr>
          <a:xfrm>
            <a:off x="-424749" y="-462465"/>
            <a:ext cx="12785558" cy="7556878"/>
          </a:xfrm>
          <a:prstGeom prst="rect">
            <a:avLst/>
          </a:prstGeom>
          <a:solidFill>
            <a:srgbClr val="0B010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40" name="Picture 16" descr="11 Indian Burgers That Are Anything But Basic - Youll Want Them All! - NDTV  Food">
            <a:extLst>
              <a:ext uri="{FF2B5EF4-FFF2-40B4-BE49-F238E27FC236}">
                <a16:creationId xmlns:a16="http://schemas.microsoft.com/office/drawing/2014/main" id="{E8ACA786-FD4D-40D9-8FA8-EFB625682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58" b="90875" l="9972" r="89997">
                        <a14:foregroundMark x1="42174" y1="88837" x2="43810" y2="88189"/>
                        <a14:foregroundMark x1="45724" y1="87772" x2="55542" y2="88004"/>
                        <a14:foregroundMark x1="55542" y1="88004" x2="60574" y2="87957"/>
                        <a14:foregroundMark x1="60574" y1="87957" x2="64464" y2="90875"/>
                        <a14:foregroundMark x1="56530" y1="88606" x2="61840" y2="89764"/>
                        <a14:foregroundMark x1="61840" y1="89764" x2="61994" y2="89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80" y="480977"/>
            <a:ext cx="10133388" cy="550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05FECA2C-96D7-4665-9721-E2F21EF2F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" y="716620"/>
            <a:ext cx="2809638" cy="2525156"/>
          </a:xfrm>
          <a:prstGeom prst="rect">
            <a:avLst/>
          </a:prstGeom>
          <a:noFill/>
          <a:scene3d>
            <a:camera prst="orthographicFront">
              <a:rot lat="0" lon="0" rev="206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AAA275E4-D0A8-49EA-9B1F-1444B958F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365" y="1012470"/>
            <a:ext cx="3686175" cy="2667000"/>
          </a:xfrm>
          <a:prstGeom prst="rect">
            <a:avLst/>
          </a:prstGeom>
          <a:noFill/>
          <a:scene3d>
            <a:camera prst="orthographicFront">
              <a:rot lat="4568206" lon="403979" rev="1067631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7EFE96-2BB6-40ED-B801-99A820B5A7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6662" y="5723924"/>
            <a:ext cx="2975443" cy="1359526"/>
          </a:xfrm>
          <a:prstGeom prst="rect">
            <a:avLst/>
          </a:prstGeom>
          <a:scene3d>
            <a:camera prst="orthographicFront">
              <a:rot lat="300000" lon="0" rev="0"/>
            </a:camera>
            <a:lightRig rig="threePt" dir="t"/>
          </a:scene3d>
        </p:spPr>
      </p:pic>
      <p:pic>
        <p:nvPicPr>
          <p:cNvPr id="12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BC238889-7A6C-49AC-9199-5AC475B24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634" y="5215720"/>
            <a:ext cx="2358190" cy="2115119"/>
          </a:xfrm>
          <a:prstGeom prst="rect">
            <a:avLst/>
          </a:prstGeom>
          <a:noFill/>
          <a:scene3d>
            <a:camera prst="orthographicFront">
              <a:rot lat="1157460" lon="21277104" rev="204507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liced onion ring isolated hi-res stock photography and images - Alamy">
            <a:extLst>
              <a:ext uri="{FF2B5EF4-FFF2-40B4-BE49-F238E27FC236}">
                <a16:creationId xmlns:a16="http://schemas.microsoft.com/office/drawing/2014/main" id="{A93790E4-056D-450A-9150-19419BB7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201" b="90000" l="9992" r="89842">
                        <a14:foregroundMark x1="36220" y1="9568" x2="37052" y2="8633"/>
                        <a14:foregroundMark x1="42465" y1="8201" x2="42465" y2="8201"/>
                        <a14:foregroundMark x1="11823" y1="33237" x2="15654" y2="428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791" y="-189395"/>
            <a:ext cx="1747686" cy="2584764"/>
          </a:xfrm>
          <a:prstGeom prst="rect">
            <a:avLst/>
          </a:prstGeom>
          <a:noFill/>
          <a:scene3d>
            <a:camera prst="orthographicFront">
              <a:rot lat="1043294" lon="7931171" rev="20505034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Sliced onion ring isolated hi-res stock photography and images - Alamy">
            <a:extLst>
              <a:ext uri="{FF2B5EF4-FFF2-40B4-BE49-F238E27FC236}">
                <a16:creationId xmlns:a16="http://schemas.microsoft.com/office/drawing/2014/main" id="{F1431358-67AE-4EB3-ADA8-B62FF4F3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345" b="90000" l="9409" r="89842">
                        <a14:foregroundMark x1="41382" y1="8417" x2="41382" y2="8417"/>
                        <a14:foregroundMark x1="9409" y1="27626" x2="11574" y2="34820"/>
                        <a14:foregroundMark x1="11574" y1="34820" x2="11574" y2="348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851" y="3828873"/>
            <a:ext cx="1919538" cy="713257"/>
          </a:xfrm>
          <a:prstGeom prst="rect">
            <a:avLst/>
          </a:prstGeom>
          <a:noFill/>
          <a:scene3d>
            <a:camera prst="orthographicFront">
              <a:rot lat="19799980" lon="10799999" rev="107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31C61498-5FAF-4C32-8018-B795CA900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26" y="4719622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Onion Ring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F62943EA-6296-48D7-8F15-401027BC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2500">
                        <a14:foregroundMark x1="88333" y1="58611" x2="92500" y2="70833"/>
                        <a14:backgroundMark x1="60278" y1="17778" x2="15833" y2="19444"/>
                        <a14:backgroundMark x1="15833" y1="19444" x2="11111" y2="59444"/>
                        <a14:backgroundMark x1="16389" y1="68333" x2="16389" y2="68333"/>
                        <a14:backgroundMark x1="15833" y1="61389" x2="15278" y2="69167"/>
                        <a14:backgroundMark x1="57500" y1="47778" x2="52778" y2="68333"/>
                        <a14:backgroundMark x1="53333" y1="59444" x2="53333" y2="59444"/>
                        <a14:backgroundMark x1="53333" y1="58056" x2="66389" y2="45556"/>
                        <a14:backgroundMark x1="66389" y1="45556" x2="59444" y2="57222"/>
                        <a14:backgroundMark x1="16389" y1="68889" x2="16389" y2="68889"/>
                        <a14:backgroundMark x1="59722" y1="21667" x2="59722" y2="21667"/>
                        <a14:backgroundMark x1="59722" y1="20556" x2="59722" y2="20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523" y="-924091"/>
            <a:ext cx="174768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Lettuce Leaf PNG Transparent Images Free Download | Vector Files | Pngtree">
            <a:extLst>
              <a:ext uri="{FF2B5EF4-FFF2-40B4-BE49-F238E27FC236}">
                <a16:creationId xmlns:a16="http://schemas.microsoft.com/office/drawing/2014/main" id="{35E10C0E-A339-4BCB-B6AE-4BFA8DBD6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8333" r="90000">
                        <a14:foregroundMark x1="8333" y1="58611" x2="8333" y2="58611"/>
                        <a14:foregroundMark x1="89722" y1="53333" x2="89722" y2="5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1003" y="2192096"/>
            <a:ext cx="4452811" cy="3547798"/>
          </a:xfrm>
          <a:prstGeom prst="rect">
            <a:avLst/>
          </a:prstGeom>
          <a:noFill/>
          <a:scene3d>
            <a:camera prst="orthographicFront">
              <a:rot lat="0" lon="20699996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Leaf of salad for burger or sandwich Illustration of food for shops 6799048  Vector Art at Vecteezy">
            <a:extLst>
              <a:ext uri="{FF2B5EF4-FFF2-40B4-BE49-F238E27FC236}">
                <a16:creationId xmlns:a16="http://schemas.microsoft.com/office/drawing/2014/main" id="{B2781D9A-820A-4704-AFB3-680D12596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6224">
                        <a14:foregroundMark x1="18045" y1="79557" x2="24694" y2="79082"/>
                        <a14:foregroundMark x1="16059" y1="79699" x2="16319" y2="79680"/>
                        <a14:foregroundMark x1="24694" y1="79082" x2="52041" y2="83367"/>
                        <a14:foregroundMark x1="58608" y1="83017" x2="75000" y2="82143"/>
                        <a14:foregroundMark x1="52041" y1="83367" x2="57027" y2="83101"/>
                        <a14:foregroundMark x1="6324" y1="66097" x2="1633" y2="65000"/>
                        <a14:foregroundMark x1="52288" y1="76836" x2="51285" y2="76602"/>
                        <a14:foregroundMark x1="75000" y1="82143" x2="52779" y2="76951"/>
                        <a14:foregroundMark x1="1633" y1="65000" x2="6127" y2="65506"/>
                        <a14:foregroundMark x1="39915" y1="75527" x2="19166" y2="81239"/>
                        <a14:foregroundMark x1="31429" y1="83371" x2="49626" y2="84658"/>
                        <a14:foregroundMark x1="20051" y1="82566" x2="27958" y2="83125"/>
                        <a14:foregroundMark x1="95206" y1="86662" x2="96224" y2="86531"/>
                        <a14:foregroundMark x1="51084" y1="83715" x2="45510" y2="83367"/>
                        <a14:foregroundMark x1="56279" y1="84039" x2="51402" y2="83735"/>
                        <a14:foregroundMark x1="96224" y1="86531" x2="95328" y2="86475"/>
                        <a14:foregroundMark x1="45510" y1="83367" x2="51356" y2="84658"/>
                        <a14:foregroundMark x1="50303" y1="84658" x2="46327" y2="84082"/>
                        <a14:foregroundMark x1="53367" y1="85102" x2="52466" y2="84971"/>
                        <a14:foregroundMark x1="51167" y1="83364" x2="51837" y2="83265"/>
                        <a14:foregroundMark x1="46327" y1="84082" x2="50887" y2="83406"/>
                        <a14:foregroundMark x1="22653" y1="77653" x2="58469" y2="77857"/>
                        <a14:foregroundMark x1="53061" y1="77653" x2="83367" y2="74898"/>
                        <a14:foregroundMark x1="83367" y1="74898" x2="83469" y2="74898"/>
                        <a14:backgroundMark x1="21020" y1="27347" x2="32449" y2="27347"/>
                        <a14:backgroundMark x1="32449" y1="27347" x2="98673" y2="32041"/>
                        <a14:backgroundMark x1="19082" y1="50510" x2="45816" y2="60612"/>
                        <a14:backgroundMark x1="20306" y1="68061" x2="20306" y2="68061"/>
                        <a14:backgroundMark x1="21735" y1="68265" x2="27551" y2="70204"/>
                        <a14:backgroundMark x1="34082" y1="71531" x2="41735" y2="71327"/>
                        <a14:backgroundMark x1="41735" y1="71327" x2="45816" y2="72041"/>
                        <a14:backgroundMark x1="7653" y1="64082" x2="22959" y2="65408"/>
                        <a14:backgroundMark x1="22959" y1="65408" x2="35918" y2="73469"/>
                        <a14:backgroundMark x1="35918" y1="73469" x2="52041" y2="75510"/>
                        <a14:backgroundMark x1="52041" y1="75510" x2="41122" y2="71122"/>
                        <a14:backgroundMark x1="8367" y1="63878" x2="15714" y2="68163"/>
                        <a14:backgroundMark x1="15714" y1="68163" x2="32551" y2="70408"/>
                        <a14:backgroundMark x1="32551" y1="70408" x2="40306" y2="70204"/>
                        <a14:backgroundMark x1="40306" y1="70204" x2="55102" y2="70204"/>
                        <a14:backgroundMark x1="16122" y1="79796" x2="20612" y2="86531"/>
                        <a14:backgroundMark x1="20612" y1="86531" x2="27857" y2="86531"/>
                        <a14:backgroundMark x1="27857" y1="86531" x2="43469" y2="86122"/>
                        <a14:backgroundMark x1="43469" y1="86122" x2="50918" y2="86122"/>
                        <a14:backgroundMark x1="50918" y1="86122" x2="58163" y2="89082"/>
                        <a14:backgroundMark x1="58163" y1="89082" x2="65510" y2="89082"/>
                        <a14:backgroundMark x1="65510" y1="89082" x2="94184" y2="84184"/>
                        <a14:backgroundMark x1="70816" y1="84898" x2="70816" y2="84898"/>
                        <a14:backgroundMark x1="72653" y1="84898" x2="72653" y2="84898"/>
                        <a14:backgroundMark x1="72653" y1="84898" x2="61224" y2="85816"/>
                        <a14:backgroundMark x1="93061" y1="81633" x2="91122" y2="88980"/>
                        <a14:backgroundMark x1="91122" y1="88980" x2="84592" y2="87755"/>
                        <a14:backgroundMark x1="74082" y1="85102" x2="69388" y2="87041"/>
                        <a14:backgroundMark x1="48571" y1="72959" x2="59388" y2="71531"/>
                        <a14:backgroundMark x1="8163" y1="63673" x2="13980" y2="70408"/>
                        <a14:backgroundMark x1="13980" y1="70408" x2="36939" y2="70612"/>
                        <a14:backgroundMark x1="36939" y1="70612" x2="34592" y2="63469"/>
                        <a14:backgroundMark x1="34592" y1="63469" x2="24796" y2="61735"/>
                        <a14:backgroundMark x1="24796" y1="61735" x2="8367" y2="65510"/>
                        <a14:backgroundMark x1="8878" y1="65510" x2="35714" y2="69286"/>
                        <a14:backgroundMark x1="8163" y1="66429" x2="8163" y2="66429"/>
                        <a14:backgroundMark x1="8163" y1="66429" x2="6939" y2="65714"/>
                        <a14:backgroundMark x1="8367" y1="64796" x2="6531" y2="65918"/>
                        <a14:backgroundMark x1="7857" y1="64592" x2="8367" y2="68061"/>
                        <a14:backgroundMark x1="14184" y1="77143" x2="14490" y2="82857"/>
                        <a14:backgroundMark x1="16327" y1="79490" x2="16327" y2="79490"/>
                        <a14:backgroundMark x1="56327" y1="83980" x2="63469" y2="86327"/>
                        <a14:backgroundMark x1="63469" y1="86327" x2="94694" y2="87449"/>
                        <a14:backgroundMark x1="74082" y1="84184" x2="76224" y2="85816"/>
                        <a14:backgroundMark x1="52551" y1="84898" x2="52551" y2="84898"/>
                        <a14:backgroundMark x1="52143" y1="84898" x2="51837" y2="84898"/>
                        <a14:backgroundMark x1="52857" y1="84898" x2="52857" y2="84898"/>
                        <a14:backgroundMark x1="52857" y1="84898" x2="52857" y2="84898"/>
                        <a14:backgroundMark x1="30816" y1="83061" x2="30816" y2="83061"/>
                        <a14:backgroundMark x1="30612" y1="83265" x2="30612" y2="83265"/>
                        <a14:backgroundMark x1="29694" y1="82857" x2="29694" y2="846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910" y="2593359"/>
            <a:ext cx="3686175" cy="3316506"/>
          </a:xfrm>
          <a:prstGeom prst="rect">
            <a:avLst/>
          </a:prstGeom>
          <a:noFill/>
          <a:scene3d>
            <a:camera prst="orthographicFront">
              <a:rot lat="3511501" lon="20595597" rev="1983444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Lettuce Leaf Images – Browse 981,393 Stock Photos, Vectors, and Video |  Adobe Stock">
            <a:extLst>
              <a:ext uri="{FF2B5EF4-FFF2-40B4-BE49-F238E27FC236}">
                <a16:creationId xmlns:a16="http://schemas.microsoft.com/office/drawing/2014/main" id="{28D32D2C-1788-4BA3-BD53-6105502BE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9225" r="89852">
                        <a14:foregroundMark x1="7196" y1="75278" x2="9225" y2="89722"/>
                        <a14:foregroundMark x1="9225" y1="89722" x2="12731" y2="8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067" y="217234"/>
            <a:ext cx="2670275" cy="1036721"/>
          </a:xfrm>
          <a:prstGeom prst="rect">
            <a:avLst/>
          </a:prstGeom>
          <a:noFill/>
          <a:scene3d>
            <a:camera prst="orthographicFront">
              <a:rot lat="0" lon="0" rev="15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A1719-A9A5-4EB4-8D26-ACA115B200EB}"/>
              </a:ext>
            </a:extLst>
          </p:cNvPr>
          <p:cNvSpPr txBox="1"/>
          <p:nvPr/>
        </p:nvSpPr>
        <p:spPr>
          <a:xfrm>
            <a:off x="3650443" y="244551"/>
            <a:ext cx="472556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5404F-86EC-4A33-8229-A371FE97F04B}"/>
              </a:ext>
            </a:extLst>
          </p:cNvPr>
          <p:cNvSpPr txBox="1"/>
          <p:nvPr/>
        </p:nvSpPr>
        <p:spPr>
          <a:xfrm>
            <a:off x="4356156" y="5616253"/>
            <a:ext cx="3686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BURGER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78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Castellar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MAAYA-05</dc:creator>
  <cp:lastModifiedBy>Durva Narvekar</cp:lastModifiedBy>
  <cp:revision>13</cp:revision>
  <dcterms:created xsi:type="dcterms:W3CDTF">2026-04-10T04:26:07Z</dcterms:created>
  <dcterms:modified xsi:type="dcterms:W3CDTF">2026-05-31T05:44:41Z</dcterms:modified>
</cp:coreProperties>
</file>