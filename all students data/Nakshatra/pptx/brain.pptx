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4EC5-4411-4934-BBF5-3AC1DDA6C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0D2AB-7023-4067-9F4F-01BB4D5B2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D9B79-BEFD-4748-AEE5-8EE32E2F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88329-E09D-4B40-900C-7DF22639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0276C-18CF-45C0-93C9-B2E93599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72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BCD51-E1F0-430C-B276-2B14DAD69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CED95-C962-4B54-86B1-7D1170063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B5FF-76C7-4A66-B357-6872FF86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BC6A7-4D1F-4965-A377-D0D8763E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62C1B-8280-4273-BF52-87581A23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51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8AE8-1F76-40AD-B2A5-D1A887940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29CF2-1363-45BC-BA62-0666B3A66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EF923-1342-419E-8230-777FDB97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79346-CA5F-4867-9F3D-A817B205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F20A1-AE61-4BF9-8796-61A25044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299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5A741-25E6-42AB-85EB-0556A772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3E68-1CFF-4200-876D-95390ACDE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C4E64-77E4-40AC-9C30-E24078940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201FB-AC9C-4467-A5AA-76B6D58D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AD33E-1776-4C99-BE0E-FF2C9D95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916A5-8378-4E63-993D-BE5F845F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28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723B-45A6-41FC-BAAC-844107F2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CACE6-AEFF-4B60-A6BF-1E4267973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BCAF0-9D2D-42C4-98CB-595C638CE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844FD8-59E5-4312-96B9-B55C3F972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B9740-89C6-4683-A754-2EEA104BD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65DA73-B9CF-49C8-A84E-5ECE0EFD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3C1DE-3AF1-43FD-93C2-5EC68B40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7C37F-BA42-4C31-A0D8-07336A59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783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21F0-66BA-48F8-AB44-93E93E51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DD001-ABE7-45AD-8535-E966C47B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BA61E-0E35-4F43-B138-3404E209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4F282-6F50-407E-8DFF-DC5E31B9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68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3B642-FA84-4ABF-B285-D2D05B32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91970-D7FD-4F6F-9D2B-A7F4F6AC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70442-1FB5-49D1-AB53-3712B322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72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E445-3ACB-4C55-8231-31A96899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4C9DE-62F9-47E0-AE48-0F30C5B49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27E8-360C-43A2-80D4-C80600CFF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3F6B1-1F83-428E-92D5-819F9DA0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97F64-7965-4D1E-A234-699CFB58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08CE8-52DA-4195-B5BA-07D15691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64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8DB4-AFAA-4D66-9369-3B5BFCB7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3FEAA-212F-4FD1-A360-E2BF955DA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FBEAD-5795-48C7-9ED3-793EABB49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E74F1-238A-436F-91F9-A51F491D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C32EA-6AEF-4B45-AF9A-B95310A8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48E73-BC78-4DC4-8B02-D2FE4EC7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1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7C1D-6808-422A-9503-88DD08C5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E81B0-6695-4C23-9A8B-3023D6FFD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2B78C-72ED-4486-8616-6ECB4462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9E48F-019E-47ED-9FC0-432D0F60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50A60-AD83-402E-A5A0-EE62AA8E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30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57F16F-640E-4FCF-9F40-94A2373D4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7116C-69F8-4426-9E50-9F8F601BB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85000-6C8D-40ED-91C5-1E012763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79FEE-CBDD-4ED2-A368-E3793ACD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31FE3-347C-460B-8877-432FADAD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39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B9ACE-C4C2-44D8-969A-5DC5A3D1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8AB2B-9F94-47B2-9F5E-E5CF177C6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D33F0-2CB3-4401-ADF5-3441668DF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86CA9-BEB7-489A-B59C-CA0C648B8A36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6C53D-AD26-4731-B54B-B318E00B8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8C0F1-5963-498A-893A-B3CE75A93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7E3C2-F5F7-4C6C-8CC3-D1AC9475E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21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D818-D381-4766-B5FE-8085DAA54B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24F9A-F1FD-4905-921E-27DB3C6AE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29B37-BA86-4FB0-8495-FCCF20AA2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0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0681-1AAF-4C12-90EB-8377228D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320306-90FF-4473-8CD8-4FD8C16C2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387213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1209-BAF2-48FB-8A37-ECC80288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1C9ADA-E514-4484-B0B5-547A98197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6043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B5CE8-C054-4D45-845E-9B85C670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D4A563-2C3D-4833-A388-31DD0C16A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29668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1468-0EC9-4899-9D6A-1E7B3589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828C3-3A50-494D-9EC7-71B710296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68527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9486-4776-4C54-8D50-D309E17E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EB3EF5-E534-415A-8373-EA7B10E52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58609"/>
          </a:xfrm>
        </p:spPr>
      </p:pic>
    </p:spTree>
    <p:extLst>
      <p:ext uri="{BB962C8B-B14F-4D97-AF65-F5344CB8AC3E}">
        <p14:creationId xmlns:p14="http://schemas.microsoft.com/office/powerpoint/2010/main" val="119465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3456-6338-4E71-AF01-AE1DF62A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368065-E4FF-4A97-A59C-A407A634F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0401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1F2C6-135D-4968-A6D5-1B5C61358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D7CDBA-4A9F-4E72-93D1-D98C2FB82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51322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75DE-6F37-4D7C-9CB1-B9842F1E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76D120-09C2-4713-BA34-112B4B8C4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11212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51F0-D0D9-4AAA-8DA8-F68FD00C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76CAE3-8771-4B37-8E48-D7AF991D9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1373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DB6C-A7DB-4EF3-B93D-C1B90EB4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92D47B-590D-4EBD-AFE3-8062F245D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97310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40A0-0615-4D62-B79D-A52C3CEA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D53CD5-7F45-4006-BE74-D4006FD45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96801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FD0C-3589-46FD-8253-CE8CFB3C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1E3B9F-C421-4F07-B825-27A6E8D36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83407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</cp:revision>
  <dcterms:created xsi:type="dcterms:W3CDTF">2026-05-30T11:08:06Z</dcterms:created>
  <dcterms:modified xsi:type="dcterms:W3CDTF">2026-05-30T11:22:19Z</dcterms:modified>
</cp:coreProperties>
</file>