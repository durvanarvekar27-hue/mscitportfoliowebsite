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339966"/>
    <a:srgbClr val="FEF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886" autoAdjust="0"/>
  </p:normalViewPr>
  <p:slideViewPr>
    <p:cSldViewPr snapToGrid="0">
      <p:cViewPr varScale="1">
        <p:scale>
          <a:sx n="63" d="100"/>
          <a:sy n="63" d="100"/>
        </p:scale>
        <p:origin x="10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7CBC-9CDD-4EFB-A46B-68FA67B4B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6CCD5-37D6-44C1-A4CE-F9C24638B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0462E-5979-4F2A-9AA9-A88F3390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0E7B1-E6EB-4999-B3AE-0BEE9FC7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FF698-82BA-4B7F-BA7A-F6F2015F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58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67A0-2CA8-45DB-9EB5-E7035533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04D52-6888-47BB-B331-B33210883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78009-E220-4DE1-B22F-DAFB2FA6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59737-5E4E-479A-9E63-6BB066F6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EFA16-0E2D-4347-9593-793F84CF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88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B6B1-8274-4254-B59F-AAF454D6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EFDA7-14DC-41E1-8A15-D03499971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E472F-A8D5-4AD2-8D19-B21C9239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9BA56-2345-4BB0-93FB-84F0E715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9C89F-0A1D-4FF0-A6A0-492608CA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511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93C3-792B-4AAF-B70D-F70B3258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A2EF8-6816-4598-B705-2D007F9F1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DF8B-3691-412A-A22B-93F57F28E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F5F4A-4F41-4820-B617-4D20550B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BB3BC-4DB5-4023-9E71-38A63DC66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6B52A-2B52-487D-82E3-0CDD2D43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465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424A-6AA7-4FBA-99F2-915124E9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648CF-850B-4A20-A400-68A234B1C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42477-2F6D-4979-9435-B6A969402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CE9C7-2721-4D85-A6AB-0B6B2401E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A11FEB-472F-49D1-A616-E36D43351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34438-C1E4-40F3-80AA-BCB9269B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B7A12-8EC4-46A6-842E-AA2544A6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560FF3-1F5B-4615-BD40-6FD51F9D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58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F217-803B-4985-A5C8-427233A5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FB53F-7DF1-4068-BB51-252E68EA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D138F3-2A7E-421C-9F9E-601D50A2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C1E61-535C-4164-AE52-FC8E31BA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42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B07EB-630C-4A40-9C89-ED3A0A9A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2F064-F761-490B-BFE4-6F90DECE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A1384-8FEB-4DD4-A945-0F1A95C0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74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4F99-DD7E-4A68-8161-312BD198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1C2F-B2BF-4112-870C-DE2A19A21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FCE12-FD72-4DFB-8B35-92BD34C9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39A13-4267-485E-8423-B185F752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E2B5B-4C64-4AB2-95BA-B3EFB945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E4F0E-4633-4836-87EC-26E5705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833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11FC-EB0D-47F1-A035-98B4C439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82D27E-E78B-42D6-920A-315C38889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A66F4-FA52-4DF1-AB64-F9BEF7215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9B96A-7ABA-4E32-AD84-43F5C9F3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45A38-2DBE-4DF6-A66F-1875B719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A1E81-A602-4517-81E5-1170C7A2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764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7652-1C21-4635-8882-F2D43F39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D60B9-031F-4700-AF43-3B1825329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AA601-C7F5-40BF-898A-96C68BA1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69E14-2081-43F0-86CC-F1C9F6C1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8005-EC54-4069-9E22-C05F149F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18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36555-8306-46AC-BCFF-F846F581B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8CA5F-2472-46E8-A814-C8B9DCEDD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5FFFF-A33D-47C1-AD79-FB59CD8F1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17705-3CC7-4D9F-8974-68F4CF58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76CA7-7648-438A-BEEB-3938A615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17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45077-2358-4D85-8559-6EA416F2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E7A86-62B5-4FED-978C-5A88244E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91BF4-A0F7-41FD-B888-AA76206B8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9EB0D-EF7A-48DA-857A-72818F6F8F37}" type="datetimeFigureOut">
              <a:rPr lang="en-IN" smtClean="0"/>
              <a:t>30/May/2026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0E7DD-D5A4-4374-96BA-B26B5C832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BC1AE-6C7E-428E-90E9-7490093C5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14C44-2D08-435C-89A5-DD2021D5C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89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3A2211-E51A-4770-84E0-ED30B62FD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353C6F-35A4-4EB7-B4B7-AA55CDAEC3C2}"/>
              </a:ext>
            </a:extLst>
          </p:cNvPr>
          <p:cNvSpPr/>
          <p:nvPr/>
        </p:nvSpPr>
        <p:spPr>
          <a:xfrm rot="10800000" flipV="1">
            <a:off x="5867400" y="3637925"/>
            <a:ext cx="6324600" cy="2884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3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33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TITLE SLIDE </a:t>
            </a:r>
            <a:r>
              <a:rPr lang="en-IN" b="1" dirty="0">
                <a:solidFill>
                  <a:srgbClr val="0033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- </a:t>
            </a:r>
            <a:r>
              <a:rPr lang="en-IN" sz="2400" dirty="0">
                <a:solidFill>
                  <a:srgbClr val="0033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TEA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33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SUBTITLE:</a:t>
            </a:r>
            <a:r>
              <a:rPr lang="en-IN" b="1" dirty="0">
                <a:solidFill>
                  <a:srgbClr val="0033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2400" dirty="0">
                <a:solidFill>
                  <a:srgbClr val="003300"/>
                </a:solidFill>
                <a:ea typeface="Calibri" panose="020F0502020204030204" pitchFamily="34" charset="0"/>
                <a:cs typeface="ASOT-Bidisha" panose="00000400000000000000" pitchFamily="2" charset="0"/>
              </a:rPr>
              <a:t>TYPES, BENEFITS &amp; CULTURE AROUND THE WORLD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0033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    </a:t>
            </a:r>
            <a:r>
              <a:rPr lang="en-US" sz="2800" dirty="0">
                <a:solidFill>
                  <a:srgbClr val="003300"/>
                </a:solidFill>
                <a:latin typeface="Forte" panose="03060902040502070203" pitchFamily="66" charset="0"/>
                <a:ea typeface="Calibri" panose="020F0502020204030204" pitchFamily="34" charset="0"/>
                <a:cs typeface="Mangal" panose="02040503050203030202" pitchFamily="18" charset="0"/>
              </a:rPr>
              <a:t>-</a:t>
            </a:r>
            <a:r>
              <a:rPr lang="en-IN" sz="2400" dirty="0">
                <a:solidFill>
                  <a:srgbClr val="003300"/>
                </a:solidFill>
                <a:latin typeface="Forte" panose="03060902040502070203" pitchFamily="66" charset="0"/>
                <a:ea typeface="Calibri" panose="020F0502020204030204" pitchFamily="34" charset="0"/>
                <a:cs typeface="Mangal" panose="02040503050203030202" pitchFamily="18" charset="0"/>
              </a:rPr>
              <a:t>SAISHRI MAHENDRA PATANKAR</a:t>
            </a:r>
          </a:p>
        </p:txBody>
      </p:sp>
    </p:spTree>
    <p:extLst>
      <p:ext uri="{BB962C8B-B14F-4D97-AF65-F5344CB8AC3E}">
        <p14:creationId xmlns:p14="http://schemas.microsoft.com/office/powerpoint/2010/main" val="2383762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FA32DE-9C2D-41A8-947A-C65658D2B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695582" cy="71760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403E2B-64DC-4E7C-818D-9E6999510BEB}"/>
              </a:ext>
            </a:extLst>
          </p:cNvPr>
          <p:cNvSpPr/>
          <p:nvPr/>
        </p:nvSpPr>
        <p:spPr>
          <a:xfrm>
            <a:off x="380999" y="548640"/>
            <a:ext cx="12314583" cy="6191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en-IN" sz="3200" dirty="0">
                <a:solidFill>
                  <a:srgbClr val="0033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54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INTRODUCTION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Origin:</a:t>
            </a: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Discovered in China ∼2737 BCE by Emperor Shen Nong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Plant</a:t>
            </a: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:</a:t>
            </a: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Made from _Camellia sinensis_ leaves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World's 2nd most consumed drink</a:t>
            </a: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 after water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India is largest producer &amp; consumer </a:t>
            </a:r>
          </a:p>
        </p:txBody>
      </p:sp>
    </p:spTree>
    <p:extLst>
      <p:ext uri="{BB962C8B-B14F-4D97-AF65-F5344CB8AC3E}">
        <p14:creationId xmlns:p14="http://schemas.microsoft.com/office/powerpoint/2010/main" val="64431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66D6D-34C6-4FEC-A159-EE3B94208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06471B-B66E-4DEF-BC93-A607609562F3}"/>
              </a:ext>
            </a:extLst>
          </p:cNvPr>
          <p:cNvSpPr/>
          <p:nvPr/>
        </p:nvSpPr>
        <p:spPr>
          <a:xfrm>
            <a:off x="1157289" y="1057275"/>
            <a:ext cx="11615736" cy="4878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IN" sz="4800" dirty="0">
                <a:latin typeface="Bernard MT Condensed" panose="020508060609050204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			</a:t>
            </a:r>
            <a:r>
              <a:rPr lang="en-I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nard MT Condensed" panose="020508060609050204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4800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nard MT Condensed" panose="020508060609050204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TYPES OF TEA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Black Tea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: Fully oxidized, strong flavor - Assam, Darjeeling  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Green Tea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: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Unoxidized, light, rich in antioxidants  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Oolong Tea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: Partially oxidized, between black &amp; green  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White Tea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: Least processed, delicate flavor  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Herbal Tea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: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Not true tea - Chamomile, Pepperm</a:t>
            </a:r>
            <a:r>
              <a:rPr lang="en-IN" sz="2400" dirty="0"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int, Tulsi</a:t>
            </a:r>
          </a:p>
        </p:txBody>
      </p:sp>
    </p:spTree>
    <p:extLst>
      <p:ext uri="{BB962C8B-B14F-4D97-AF65-F5344CB8AC3E}">
        <p14:creationId xmlns:p14="http://schemas.microsoft.com/office/powerpoint/2010/main" val="1931063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C05202-FEBC-48AA-B69C-A9E593FD3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7297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414E32-CA21-44F7-9045-800DAB9EAC09}"/>
              </a:ext>
            </a:extLst>
          </p:cNvPr>
          <p:cNvSpPr/>
          <p:nvPr/>
        </p:nvSpPr>
        <p:spPr>
          <a:xfrm>
            <a:off x="2185988" y="485775"/>
            <a:ext cx="9144000" cy="6022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Aft>
                <a:spcPts val="800"/>
              </a:spcAft>
            </a:pPr>
            <a:r>
              <a:rPr lang="en-IN" sz="3600" dirty="0">
                <a:solidFill>
                  <a:srgbClr val="003300"/>
                </a:solidFill>
                <a:latin typeface="Bernard MT Condensed" panose="020508060609050204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	</a:t>
            </a:r>
            <a:r>
              <a:rPr lang="en-IN" sz="3600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nard MT Condensed" panose="020508060609050204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HEALTH BENEFITS - SOME DATA</a:t>
            </a:r>
          </a:p>
          <a:p>
            <a:pPr marL="457200" indent="-45720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75%</a:t>
            </a: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 of tea drinkers report reduced stress levels  </a:t>
            </a:r>
          </a:p>
          <a:p>
            <a:pPr marL="457200" indent="-45720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60%</a:t>
            </a: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 prefer tea for better digestion  </a:t>
            </a:r>
          </a:p>
          <a:p>
            <a:pPr marL="457200" indent="-45720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 Rich in L-theanine for calm focus  </a:t>
            </a:r>
          </a:p>
          <a:p>
            <a:pPr marL="457200" indent="-45720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ASOT-Bidisha" panose="00000400000000000000" pitchFamily="2" charset="0"/>
                <a:ea typeface="Calibri" panose="020F0502020204030204" pitchFamily="34" charset="0"/>
                <a:cs typeface="ASOT-Bidisha" panose="00000400000000000000" pitchFamily="2" charset="0"/>
              </a:rPr>
              <a:t> Green tea can boost metabolism</a:t>
            </a:r>
          </a:p>
        </p:txBody>
      </p:sp>
    </p:spTree>
    <p:extLst>
      <p:ext uri="{BB962C8B-B14F-4D97-AF65-F5344CB8AC3E}">
        <p14:creationId xmlns:p14="http://schemas.microsoft.com/office/powerpoint/2010/main" val="28065100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9E429-32A7-4365-848B-076F80FF6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8587" cy="72160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F52AA0-0816-4864-B181-7209692D6756}"/>
              </a:ext>
            </a:extLst>
          </p:cNvPr>
          <p:cNvSpPr/>
          <p:nvPr/>
        </p:nvSpPr>
        <p:spPr>
          <a:xfrm>
            <a:off x="2357438" y="700088"/>
            <a:ext cx="10272711" cy="6347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spcAft>
                <a:spcPts val="800"/>
              </a:spcAft>
            </a:pPr>
            <a:r>
              <a:rPr lang="en-IN" sz="60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THA	NK YOU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Use this slide for sources or "Any Questions?"</a:t>
            </a:r>
          </a:p>
          <a:p>
            <a:pPr marL="285750" indent="-285750">
              <a:lnSpc>
                <a:spcPct val="3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Add: Presented by Saishri Patankar_</a:t>
            </a:r>
          </a:p>
          <a:p>
            <a:pPr>
              <a:lnSpc>
                <a:spcPct val="300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25451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173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ASOT-Bidisha</vt:lpstr>
      <vt:lpstr>Berlin Sans FB</vt:lpstr>
      <vt:lpstr>Bernard MT Condensed</vt:lpstr>
      <vt:lpstr>Bodoni MT Black</vt:lpstr>
      <vt:lpstr>Calibri</vt:lpstr>
      <vt:lpstr>Calibri Light</vt:lpstr>
      <vt:lpstr>Forte</vt:lpstr>
      <vt:lpstr>Mangal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Administrator</cp:lastModifiedBy>
  <cp:revision>11</cp:revision>
  <dcterms:created xsi:type="dcterms:W3CDTF">2026-05-28T04:40:12Z</dcterms:created>
  <dcterms:modified xsi:type="dcterms:W3CDTF">2026-05-30T04:41:02Z</dcterms:modified>
</cp:coreProperties>
</file>