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8924"/>
    <a:srgbClr val="B86B2C"/>
    <a:srgbClr val="F29434"/>
    <a:srgbClr val="764225"/>
    <a:srgbClr val="E7983D"/>
    <a:srgbClr val="E89332"/>
    <a:srgbClr val="211915"/>
    <a:srgbClr val="633D26"/>
    <a:srgbClr val="F4CE6D"/>
    <a:srgbClr val="322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F3A9-053B-E5DF-483F-033CF2D0E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08BBA-0A23-A698-4D56-DED85AE5B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47F7F-EA45-EC2B-57EE-5C499FF5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159AF-DBA1-8DC0-4CA4-2A940488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1AAEC-F4C8-9955-FB40-15266543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28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3F52-0C3C-DBAB-E501-F11BEEBE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97BD-352D-057A-0C86-B4BCF327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CB80D-ACB2-373A-03AF-CC9F24D4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DBD3-E8A3-652D-6DB8-64609DED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DD4D6-D539-9FC7-8977-85761B1B3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023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3D1C-A87E-BF63-62F7-DD60FF48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02FAA-129F-E839-4C0F-80EEA52E6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4D348-E525-E2ED-36DF-6F743C69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79A8A-941C-AEE8-9B3A-2A4D1B03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93F04-2BBD-E3D8-A53E-4634C5C1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532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E6DE-5C7B-DD09-5095-45EED05E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417B-6AF5-58D1-DCF0-4B2441FC8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2DFBA-AB14-793F-5936-611560CDD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5A055-8F7E-B448-B21B-0B980F2E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63FF-7DF7-2307-6683-17C8FE3D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0F0AC-B5E4-F7A7-EC39-E8358AB4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690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7EED-317B-585A-BECD-597E3CBC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59491-76E8-9CB8-72E6-0FEA1451F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1DE7C-EE20-AD50-8F53-6A41A317D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E6B40-D378-4836-1D48-8550938AF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D4331-B198-54E8-32B1-BBC689D8A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D7792-1DF9-27AE-BDBF-B1A41E34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5A1F2-A7FF-522F-69DD-A1208052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3F26D-5438-E912-C5A0-C35D2788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0435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0355-734B-DA6E-2385-455A769A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A1EA3-D11A-2FD8-9E0E-EAE476F1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C1B0A-7A7F-4C10-C80A-3C1D518C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1819B-E4A8-B47E-7551-4131CCBA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072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74EB0-2D99-A188-BBD8-8813140C4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25E75-2EE2-93EA-68EF-4106D10B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C13AE-EB24-F77A-3B0D-A1062C90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638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4F41-59F7-A4D4-849D-B9545A48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8788A-598A-4B54-F1F1-0EC59EC5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B68B0-AAF7-8E8F-B916-6DDF1C343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C2635-B309-84A4-D60F-DA01EA69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72985-77A5-29A5-F4BD-7C932B32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33134-78AE-4B5E-E658-01A26FDC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54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76C9-C72E-3311-A591-77ADF223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96CB6-F413-6657-C34B-D4E1E290A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11C1F-4806-4BE2-BCB0-D08E6870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21324-DCAC-4292-F07C-70A55331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D132B-336C-E06F-E362-56159B98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6F61C-8B2E-E48B-71DD-9D0F0B8E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532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2280-EDDC-4AD3-9769-0DE745C2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35FBE-FBB6-77FB-26E7-81A2F4265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A0AA-9DA3-6128-704D-3494EBB2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E963-662A-73FD-24B6-FB8565B1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9015D-3BE2-E9DE-65AA-4F49465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879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7D849-A61C-DCC2-772B-BCFF4663A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7E248-BAA8-C887-3E91-0E92A441A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D5582-6090-6257-207B-542DA88D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9BC79-64A1-0B64-A230-AAE9A86B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89315-FF92-E533-7DE7-3B3E2719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8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428D5-3377-06AC-E3C3-B8BE668F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E876F-3F61-5FE1-1884-957019CEB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02A6-178F-C90F-821B-9AB93BF85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7D9EE-087F-4CB6-AE31-127A5EA3175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7F45E-8DD0-6358-59BA-BA2DFCB6E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0CAF-E4A6-7BFA-D387-6A5EB9E37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DC9C3-B37B-4124-AA93-FD7ECB26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32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leafy lettuce&#10;&#10;AI-generated content may be incorrect.">
            <a:extLst>
              <a:ext uri="{FF2B5EF4-FFF2-40B4-BE49-F238E27FC236}">
                <a16:creationId xmlns:a16="http://schemas.microsoft.com/office/drawing/2014/main" id="{EA746CFE-AD62-6004-5C0E-45DD07726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8658">
            <a:off x="4864585" y="3979025"/>
            <a:ext cx="2633630" cy="1144825"/>
          </a:xfrm>
          <a:prstGeom prst="rect">
            <a:avLst/>
          </a:prstGeom>
        </p:spPr>
      </p:pic>
      <p:pic>
        <p:nvPicPr>
          <p:cNvPr id="20" name="Picture 19" descr="A tomato slice in the air&#10;&#10;AI-generated content may be incorrect.">
            <a:extLst>
              <a:ext uri="{FF2B5EF4-FFF2-40B4-BE49-F238E27FC236}">
                <a16:creationId xmlns:a16="http://schemas.microsoft.com/office/drawing/2014/main" id="{724A0154-66A2-25FD-2AC7-28B63E179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66465">
            <a:off x="4511444" y="2481335"/>
            <a:ext cx="5120047" cy="5496749"/>
          </a:xfrm>
          <a:prstGeom prst="rect">
            <a:avLst/>
          </a:prstGeom>
        </p:spPr>
      </p:pic>
      <p:pic>
        <p:nvPicPr>
          <p:cNvPr id="19" name="Picture 18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E79F18E0-9700-44B5-CE6B-83364E0A3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5605">
            <a:off x="4953841" y="4043382"/>
            <a:ext cx="3259681" cy="1071755"/>
          </a:xfrm>
          <a:prstGeom prst="rect">
            <a:avLst/>
          </a:prstGeom>
        </p:spPr>
      </p:pic>
      <p:pic>
        <p:nvPicPr>
          <p:cNvPr id="18" name="Picture 17" descr="A slice of red onion&#10;&#10;AI-generated content may be incorrect.">
            <a:extLst>
              <a:ext uri="{FF2B5EF4-FFF2-40B4-BE49-F238E27FC236}">
                <a16:creationId xmlns:a16="http://schemas.microsoft.com/office/drawing/2014/main" id="{89782AC6-EB10-B8C9-5F42-0011A9DC2F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350" y="2726461"/>
            <a:ext cx="3995057" cy="2638948"/>
          </a:xfrm>
          <a:prstGeom prst="rect">
            <a:avLst/>
          </a:prstGeom>
        </p:spPr>
      </p:pic>
      <p:pic>
        <p:nvPicPr>
          <p:cNvPr id="17" name="Picture 16" descr="A tomato slice in the air&#10;&#10;AI-generated content may be incorrect.">
            <a:extLst>
              <a:ext uri="{FF2B5EF4-FFF2-40B4-BE49-F238E27FC236}">
                <a16:creationId xmlns:a16="http://schemas.microsoft.com/office/drawing/2014/main" id="{E77E4A26-31D4-8659-1BC5-17145CFC53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37362" y="2420856"/>
            <a:ext cx="3460585" cy="4325732"/>
          </a:xfrm>
          <a:prstGeom prst="rect">
            <a:avLst/>
          </a:prstGeom>
        </p:spPr>
      </p:pic>
      <p:pic>
        <p:nvPicPr>
          <p:cNvPr id="16" name="Picture 15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948A8294-6899-D23A-9129-3D60ECB89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94744">
            <a:off x="4850246" y="2693964"/>
            <a:ext cx="2239756" cy="1490456"/>
          </a:xfrm>
          <a:prstGeom prst="rect">
            <a:avLst/>
          </a:prstGeom>
        </p:spPr>
      </p:pic>
      <p:pic>
        <p:nvPicPr>
          <p:cNvPr id="15" name="Picture 14" descr="A green leafy lettuce&#10;&#10;AI-generated content may be incorrect.">
            <a:extLst>
              <a:ext uri="{FF2B5EF4-FFF2-40B4-BE49-F238E27FC236}">
                <a16:creationId xmlns:a16="http://schemas.microsoft.com/office/drawing/2014/main" id="{1A65DF23-0922-6656-A201-785A4BAA9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13859">
            <a:off x="4181987" y="1953475"/>
            <a:ext cx="3703328" cy="3161238"/>
          </a:xfrm>
          <a:prstGeom prst="rect">
            <a:avLst/>
          </a:prstGeom>
        </p:spPr>
      </p:pic>
      <p:pic>
        <p:nvPicPr>
          <p:cNvPr id="13" name="Picture 12" descr="A close up of a onion&#10;&#10;AI-generated content may be incorrect.">
            <a:extLst>
              <a:ext uri="{FF2B5EF4-FFF2-40B4-BE49-F238E27FC236}">
                <a16:creationId xmlns:a16="http://schemas.microsoft.com/office/drawing/2014/main" id="{0F7C3288-7DB8-B343-5ED4-06E1C560C9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72768">
            <a:off x="2577918" y="2958488"/>
            <a:ext cx="6911467" cy="2222327"/>
          </a:xfrm>
          <a:prstGeom prst="rect">
            <a:avLst/>
          </a:prstGeom>
        </p:spPr>
      </p:pic>
      <p:pic>
        <p:nvPicPr>
          <p:cNvPr id="12" name="Picture 11" descr="A tomato slice in the air&#10;&#10;AI-generated content may be incorrect.">
            <a:extLst>
              <a:ext uri="{FF2B5EF4-FFF2-40B4-BE49-F238E27FC236}">
                <a16:creationId xmlns:a16="http://schemas.microsoft.com/office/drawing/2014/main" id="{C9C257B5-D7EC-B612-14A7-8704A3CD5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552" y="2975463"/>
            <a:ext cx="3738472" cy="4673090"/>
          </a:xfrm>
          <a:prstGeom prst="rect">
            <a:avLst/>
          </a:prstGeom>
        </p:spPr>
      </p:pic>
      <p:pic>
        <p:nvPicPr>
          <p:cNvPr id="11" name="Picture 10" descr="A tomato slice in the air&#10;&#10;AI-generated content may be incorrect.">
            <a:extLst>
              <a:ext uri="{FF2B5EF4-FFF2-40B4-BE49-F238E27FC236}">
                <a16:creationId xmlns:a16="http://schemas.microsoft.com/office/drawing/2014/main" id="{40F2767C-1C5F-1062-FE69-1594211D5F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44762">
            <a:off x="4406733" y="3403140"/>
            <a:ext cx="3253839" cy="2678427"/>
          </a:xfrm>
          <a:prstGeom prst="rect">
            <a:avLst/>
          </a:prstGeom>
        </p:spPr>
      </p:pic>
      <p:pic>
        <p:nvPicPr>
          <p:cNvPr id="10" name="Picture 9" descr="A slice of red onion&#10;&#10;AI-generated content may be incorrect.">
            <a:extLst>
              <a:ext uri="{FF2B5EF4-FFF2-40B4-BE49-F238E27FC236}">
                <a16:creationId xmlns:a16="http://schemas.microsoft.com/office/drawing/2014/main" id="{15FC7DCB-986F-51B7-D43F-68A363D6F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195" y="2975463"/>
            <a:ext cx="2379796" cy="1297446"/>
          </a:xfrm>
          <a:prstGeom prst="rect">
            <a:avLst/>
          </a:prstGeom>
        </p:spPr>
      </p:pic>
      <p:pic>
        <p:nvPicPr>
          <p:cNvPr id="9" name="Picture 8" descr="A green leafy lettuce&#10;&#10;AI-generated content may be incorrect.">
            <a:extLst>
              <a:ext uri="{FF2B5EF4-FFF2-40B4-BE49-F238E27FC236}">
                <a16:creationId xmlns:a16="http://schemas.microsoft.com/office/drawing/2014/main" id="{DE444809-DB09-4223-37BB-55AA6DBA2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94963">
            <a:off x="3584431" y="1980241"/>
            <a:ext cx="4585336" cy="4585336"/>
          </a:xfrm>
          <a:prstGeom prst="rect">
            <a:avLst/>
          </a:prstGeom>
        </p:spPr>
      </p:pic>
      <p:pic>
        <p:nvPicPr>
          <p:cNvPr id="8" name="Picture 7" descr="A tomato slice in the air&#10;&#10;AI-generated content may be incorrect.">
            <a:extLst>
              <a:ext uri="{FF2B5EF4-FFF2-40B4-BE49-F238E27FC236}">
                <a16:creationId xmlns:a16="http://schemas.microsoft.com/office/drawing/2014/main" id="{F6A97E34-491D-0360-BE09-309E4CE1E3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70115">
            <a:off x="3923957" y="3719414"/>
            <a:ext cx="2690272" cy="2149344"/>
          </a:xfrm>
          <a:prstGeom prst="rect">
            <a:avLst/>
          </a:prstGeom>
        </p:spPr>
      </p:pic>
      <p:pic>
        <p:nvPicPr>
          <p:cNvPr id="7" name="Picture 6" descr="A close up of a onion&#10;&#10;AI-generated content may be incorrect.">
            <a:extLst>
              <a:ext uri="{FF2B5EF4-FFF2-40B4-BE49-F238E27FC236}">
                <a16:creationId xmlns:a16="http://schemas.microsoft.com/office/drawing/2014/main" id="{3595A16E-84B4-DCC4-F1E3-9C30DF7ABD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49234">
            <a:off x="1592763" y="3216607"/>
            <a:ext cx="6876631" cy="2211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0C0C91-B769-B78D-52F8-F3C3D69B4ADE}"/>
              </a:ext>
            </a:extLst>
          </p:cNvPr>
          <p:cNvSpPr/>
          <p:nvPr/>
        </p:nvSpPr>
        <p:spPr>
          <a:xfrm>
            <a:off x="0" y="0"/>
            <a:ext cx="12192000" cy="7287904"/>
          </a:xfrm>
          <a:prstGeom prst="rect">
            <a:avLst/>
          </a:prstGeom>
          <a:gradFill flip="none" rotWithShape="1">
            <a:gsLst>
              <a:gs pos="6000">
                <a:srgbClr val="845929"/>
              </a:gs>
              <a:gs pos="0">
                <a:srgbClr val="E7983D"/>
              </a:gs>
              <a:gs pos="57000">
                <a:srgbClr val="211915"/>
              </a:gs>
            </a:gsLst>
            <a:path path="circle">
              <a:fillToRect l="50000" t="50000" r="50000" b="50000"/>
            </a:path>
            <a:tileRect/>
          </a:gra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 descr="A wooden table with sunlight shining through trees&#10;&#10;AI-generated content may be incorrect.">
            <a:extLst>
              <a:ext uri="{FF2B5EF4-FFF2-40B4-BE49-F238E27FC236}">
                <a16:creationId xmlns:a16="http://schemas.microsoft.com/office/drawing/2014/main" id="{EAA545AD-B43E-2EF4-5641-43C540E306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67" b="95467" l="0" r="99399">
                        <a14:foregroundMark x1="9009" y1="77333" x2="1502" y2="82933"/>
                        <a14:foregroundMark x1="1502" y1="82933" x2="11862" y2="94667"/>
                        <a14:foregroundMark x1="11862" y1="94667" x2="33483" y2="92000"/>
                        <a14:foregroundMark x1="33483" y1="92000" x2="48799" y2="94667"/>
                        <a14:foregroundMark x1="48799" y1="94667" x2="62462" y2="84533"/>
                        <a14:foregroundMark x1="62462" y1="84533" x2="70871" y2="90667"/>
                        <a14:foregroundMark x1="70871" y1="90667" x2="83183" y2="85067"/>
                        <a14:foregroundMark x1="83183" y1="85067" x2="98498" y2="96533"/>
                        <a14:foregroundMark x1="98498" y1="96533" x2="91141" y2="82400"/>
                        <a14:foregroundMark x1="91141" y1="82400" x2="83483" y2="75200"/>
                        <a14:foregroundMark x1="83483" y1="75200" x2="96246" y2="82133"/>
                        <a14:foregroundMark x1="96246" y1="82133" x2="80631" y2="92800"/>
                        <a14:foregroundMark x1="80631" y1="92800" x2="44144" y2="94133"/>
                        <a14:foregroundMark x1="44144" y1="94133" x2="76126" y2="83733"/>
                        <a14:foregroundMark x1="76126" y1="83733" x2="62913" y2="82933"/>
                        <a14:foregroundMark x1="62913" y1="82933" x2="71021" y2="81067"/>
                        <a14:foregroundMark x1="71021" y1="81067" x2="62012" y2="81067"/>
                        <a14:foregroundMark x1="62012" y1="81067" x2="64565" y2="77867"/>
                        <a14:foregroundMark x1="92643" y1="81600" x2="93243" y2="94933"/>
                        <a14:foregroundMark x1="93243" y1="94933" x2="10360" y2="96267"/>
                        <a14:foregroundMark x1="10360" y1="96267" x2="2102" y2="85067"/>
                        <a14:foregroundMark x1="2102" y1="85067" x2="19820" y2="93333"/>
                        <a14:foregroundMark x1="5856" y1="93333" x2="150" y2="95467"/>
                        <a14:foregroundMark x1="93393" y1="81600" x2="90240" y2="94133"/>
                        <a14:foregroundMark x1="90240" y1="94133" x2="97898" y2="93600"/>
                        <a14:foregroundMark x1="97898" y1="93600" x2="99399" y2="94133"/>
                        <a14:foregroundMark x1="18193" y1="74228" x2="50585" y2="74849"/>
                        <a14:foregroundMark x1="16277" y1="74192" x2="17963" y2="74224"/>
                        <a14:foregroundMark x1="13213" y1="74133" x2="15501" y2="74177"/>
                        <a14:foregroundMark x1="71214" y1="74969" x2="84835" y2="73600"/>
                        <a14:foregroundMark x1="78141" y1="71295" x2="80030" y2="71200"/>
                        <a14:backgroundMark x1="31231" y1="64000" x2="54805" y2="61333"/>
                        <a14:backgroundMark x1="54805" y1="61333" x2="66967" y2="61333"/>
                        <a14:backgroundMark x1="66967" y1="61333" x2="36787" y2="53333"/>
                        <a14:backgroundMark x1="36787" y1="53333" x2="71471" y2="48800"/>
                        <a14:backgroundMark x1="71471" y1="48800" x2="62012" y2="51467"/>
                        <a14:backgroundMark x1="62012" y1="51467" x2="81081" y2="47733"/>
                        <a14:backgroundMark x1="81081" y1="47733" x2="73423" y2="39733"/>
                        <a14:backgroundMark x1="73423" y1="39733" x2="59009" y2="34933"/>
                        <a14:backgroundMark x1="59009" y1="34933" x2="48649" y2="25067"/>
                        <a14:backgroundMark x1="48649" y1="25067" x2="37387" y2="21867"/>
                        <a14:backgroundMark x1="37387" y1="21867" x2="63664" y2="21600"/>
                        <a14:backgroundMark x1="63664" y1="21600" x2="71471" y2="24000"/>
                        <a14:backgroundMark x1="71471" y1="24000" x2="47297" y2="32533"/>
                        <a14:backgroundMark x1="47297" y1="32533" x2="66517" y2="43467"/>
                        <a14:backgroundMark x1="66517" y1="43467" x2="53904" y2="37867"/>
                        <a14:backgroundMark x1="53904" y1="37867" x2="73273" y2="20267"/>
                        <a14:backgroundMark x1="73273" y1="20267" x2="67267" y2="9333"/>
                        <a14:backgroundMark x1="67267" y1="9333" x2="76727" y2="28267"/>
                        <a14:backgroundMark x1="76727" y1="28267" x2="69670" y2="33333"/>
                        <a14:backgroundMark x1="69670" y1="33333" x2="40240" y2="38400"/>
                        <a14:backgroundMark x1="40240" y1="38400" x2="48498" y2="50400"/>
                        <a14:backgroundMark x1="48498" y1="50400" x2="63664" y2="54400"/>
                        <a14:backgroundMark x1="63664" y1="54400" x2="33033" y2="56800"/>
                        <a14:backgroundMark x1="80927" y1="68653" x2="87237" y2="67200"/>
                        <a14:backgroundMark x1="87237" y1="67200" x2="83634" y2="65333"/>
                        <a14:backgroundMark x1="13876" y1="72295" x2="13213" y2="72800"/>
                        <a14:backgroundMark x1="54578" y1="71081" x2="59407" y2="70711"/>
                        <a14:backgroundMark x1="11261" y1="74400" x2="13170" y2="74254"/>
                        <a14:backgroundMark x1="80499" y1="69867" x2="84084" y2="69867"/>
                        <a14:backgroundMark x1="20571" y1="69333" x2="54204" y2="66933"/>
                        <a14:backgroundMark x1="54204" y1="66933" x2="76727" y2="66933"/>
                        <a14:backgroundMark x1="76727" y1="66933" x2="33634" y2="67733"/>
                        <a14:backgroundMark x1="33634" y1="67733" x2="43844" y2="64000"/>
                        <a14:backgroundMark x1="43844" y1="64000" x2="57057" y2="64000"/>
                        <a14:backgroundMark x1="57057" y1="64000" x2="68018" y2="63733"/>
                        <a14:backgroundMark x1="68018" y1="63733" x2="34685" y2="66933"/>
                        <a14:backgroundMark x1="34685" y1="66933" x2="44144" y2="66133"/>
                        <a14:backgroundMark x1="44144" y1="66133" x2="76577" y2="66933"/>
                        <a14:backgroundMark x1="22372" y1="69333" x2="68468" y2="72000"/>
                        <a14:backgroundMark x1="68468" y1="72000" x2="77628" y2="69867"/>
                        <a14:backgroundMark x1="77628" y1="69867" x2="16817" y2="70400"/>
                        <a14:backgroundMark x1="16817" y1="70400" x2="39790" y2="68533"/>
                        <a14:backgroundMark x1="39790" y1="68533" x2="49850" y2="68533"/>
                        <a14:backgroundMark x1="49850" y1="68533" x2="77027" y2="65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382" y="1759527"/>
            <a:ext cx="12566073" cy="5528378"/>
          </a:xfrm>
          <a:prstGeom prst="rect">
            <a:avLst/>
          </a:prstGeom>
          <a:effectLst>
            <a:softEdge rad="3048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4757E1-C21C-1F81-48E4-AD5672963073}"/>
              </a:ext>
            </a:extLst>
          </p:cNvPr>
          <p:cNvSpPr txBox="1"/>
          <p:nvPr/>
        </p:nvSpPr>
        <p:spPr>
          <a:xfrm flipH="1">
            <a:off x="2975841" y="3665531"/>
            <a:ext cx="62159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-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</a:t>
            </a:r>
            <a:r>
              <a:rPr lang="en-US" sz="9600" spc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 </a:t>
            </a:r>
            <a:endParaRPr lang="en-IN" sz="9600" spc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F444D-9DFB-8C31-DB31-75F1CE715C03}"/>
              </a:ext>
            </a:extLst>
          </p:cNvPr>
          <p:cNvSpPr txBox="1"/>
          <p:nvPr/>
        </p:nvSpPr>
        <p:spPr>
          <a:xfrm flipH="1">
            <a:off x="1764735" y="3124047"/>
            <a:ext cx="8605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-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FRESH </a:t>
            </a:r>
            <a:endParaRPr lang="en-IN" sz="7200" spc="-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A cheeseburger with tomato and lettuce&#10;&#10;AI-generated content may be incorrect.">
            <a:extLst>
              <a:ext uri="{FF2B5EF4-FFF2-40B4-BE49-F238E27FC236}">
                <a16:creationId xmlns:a16="http://schemas.microsoft.com/office/drawing/2014/main" id="{D6F643F8-0A6C-03AB-D2A4-3F0BC3F126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64063" y1="75469" x2="71875" y2="74531"/>
                        <a14:foregroundMark x1="71875" y1="74531" x2="66094" y2="74375"/>
                        <a14:backgroundMark x1="77031" y1="70313" x2="72656" y2="75313"/>
                        <a14:backgroundMark x1="72656" y1="75313" x2="72385" y2="75347"/>
                        <a14:backgroundMark x1="73048" y1="76406" x2="73594" y2="76406"/>
                        <a14:backgroundMark x1="73594" y1="76406" x2="84688" y2="75156"/>
                        <a14:backgroundMark x1="84688" y1="75156" x2="77188" y2="73906"/>
                        <a14:backgroundMark x1="70499" y1="76857" x2="61250" y2="80938"/>
                        <a14:backgroundMark x1="77188" y1="73906" x2="70613" y2="76807"/>
                        <a14:backgroundMark x1="61250" y1="80938" x2="83281" y2="77813"/>
                        <a14:backgroundMark x1="83281" y1="77813" x2="69219" y2="80469"/>
                        <a14:backgroundMark x1="69219" y1="80469" x2="89063" y2="76406"/>
                        <a14:backgroundMark x1="89063" y1="76406" x2="85625" y2="74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285" y="415194"/>
            <a:ext cx="7715429" cy="77154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42160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7E674B73-D227-AB9F-B67D-E82C1D3400FA}"/>
              </a:ext>
            </a:extLst>
          </p:cNvPr>
          <p:cNvSpPr txBox="1"/>
          <p:nvPr/>
        </p:nvSpPr>
        <p:spPr>
          <a:xfrm flipH="1">
            <a:off x="-1242529" y="5345018"/>
            <a:ext cx="15200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18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</a:t>
            </a:r>
            <a:endParaRPr lang="en-IN" sz="9600" spc="18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C0C91-B769-B78D-52F8-F3C3D69B4ADE}"/>
              </a:ext>
            </a:extLst>
          </p:cNvPr>
          <p:cNvSpPr/>
          <p:nvPr/>
        </p:nvSpPr>
        <p:spPr>
          <a:xfrm>
            <a:off x="0" y="0"/>
            <a:ext cx="12192000" cy="7287904"/>
          </a:xfrm>
          <a:prstGeom prst="rect">
            <a:avLst/>
          </a:prstGeom>
          <a:gradFill flip="none" rotWithShape="1">
            <a:gsLst>
              <a:gs pos="35000">
                <a:srgbClr val="845929"/>
              </a:gs>
              <a:gs pos="0">
                <a:srgbClr val="E48924"/>
              </a:gs>
              <a:gs pos="82000">
                <a:srgbClr val="211915"/>
              </a:gs>
            </a:gsLst>
            <a:path path="circle">
              <a:fillToRect l="50000" t="50000" r="50000" b="50000"/>
            </a:path>
            <a:tileRect/>
          </a:gra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tomato slice in the air&#10;&#10;AI-generated content may be incorrect.">
            <a:extLst>
              <a:ext uri="{FF2B5EF4-FFF2-40B4-BE49-F238E27FC236}">
                <a16:creationId xmlns:a16="http://schemas.microsoft.com/office/drawing/2014/main" id="{218A67A9-C769-A454-4B73-46CCFE3A8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3426" y="-110784"/>
            <a:ext cx="3738472" cy="4673090"/>
          </a:xfrm>
          <a:prstGeom prst="rect">
            <a:avLst/>
          </a:prstGeom>
        </p:spPr>
      </p:pic>
      <p:pic>
        <p:nvPicPr>
          <p:cNvPr id="9" name="Picture 8" descr="A tomato slice in the air&#10;&#10;AI-generated content may be incorrect.">
            <a:extLst>
              <a:ext uri="{FF2B5EF4-FFF2-40B4-BE49-F238E27FC236}">
                <a16:creationId xmlns:a16="http://schemas.microsoft.com/office/drawing/2014/main" id="{0E477E94-6921-023F-A313-D95FFA3E9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859752" y="2032946"/>
            <a:ext cx="3460585" cy="4325732"/>
          </a:xfrm>
          <a:prstGeom prst="rect">
            <a:avLst/>
          </a:prstGeom>
        </p:spPr>
      </p:pic>
      <p:pic>
        <p:nvPicPr>
          <p:cNvPr id="13" name="Picture 12" descr="A slice of red onion&#10;&#10;AI-generated content may be incorrect.">
            <a:extLst>
              <a:ext uri="{FF2B5EF4-FFF2-40B4-BE49-F238E27FC236}">
                <a16:creationId xmlns:a16="http://schemas.microsoft.com/office/drawing/2014/main" id="{604BAC5B-AA80-5E7B-01CC-280B18B997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11" y="3179333"/>
            <a:ext cx="3995057" cy="2638948"/>
          </a:xfrm>
          <a:prstGeom prst="rect">
            <a:avLst/>
          </a:prstGeom>
        </p:spPr>
      </p:pic>
      <p:pic>
        <p:nvPicPr>
          <p:cNvPr id="22" name="Picture 21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F98AE393-C460-94C8-05F9-B0700CB5D6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94744">
            <a:off x="8661709" y="1701919"/>
            <a:ext cx="2239756" cy="1490456"/>
          </a:xfrm>
          <a:prstGeom prst="rect">
            <a:avLst/>
          </a:prstGeom>
        </p:spPr>
      </p:pic>
      <p:pic>
        <p:nvPicPr>
          <p:cNvPr id="26" name="Picture 25" descr="A green leafy lettuce&#10;&#10;AI-generated content may be incorrect.">
            <a:extLst>
              <a:ext uri="{FF2B5EF4-FFF2-40B4-BE49-F238E27FC236}">
                <a16:creationId xmlns:a16="http://schemas.microsoft.com/office/drawing/2014/main" id="{BFF172C0-57D7-E1FF-0AFF-FBFD6C2A8B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94963">
            <a:off x="-983287" y="1550336"/>
            <a:ext cx="4585336" cy="4585336"/>
          </a:xfrm>
          <a:prstGeom prst="rect">
            <a:avLst/>
          </a:prstGeom>
        </p:spPr>
      </p:pic>
      <p:pic>
        <p:nvPicPr>
          <p:cNvPr id="32" name="Picture 31" descr="A slice of red onion&#10;&#10;AI-generated content may be incorrect.">
            <a:extLst>
              <a:ext uri="{FF2B5EF4-FFF2-40B4-BE49-F238E27FC236}">
                <a16:creationId xmlns:a16="http://schemas.microsoft.com/office/drawing/2014/main" id="{1F290C5A-0C18-E68A-F6A7-2E836838A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0415" y="1608512"/>
            <a:ext cx="2379796" cy="1297446"/>
          </a:xfrm>
          <a:prstGeom prst="rect">
            <a:avLst/>
          </a:prstGeom>
        </p:spPr>
      </p:pic>
      <p:pic>
        <p:nvPicPr>
          <p:cNvPr id="33" name="Picture 32" descr="A green leafy lettuce&#10;&#10;AI-generated content may be incorrect.">
            <a:extLst>
              <a:ext uri="{FF2B5EF4-FFF2-40B4-BE49-F238E27FC236}">
                <a16:creationId xmlns:a16="http://schemas.microsoft.com/office/drawing/2014/main" id="{B9EFFE84-7607-66DE-D15A-CCC5D23978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8658">
            <a:off x="8477024" y="4944448"/>
            <a:ext cx="2633630" cy="1144825"/>
          </a:xfrm>
          <a:prstGeom prst="rect">
            <a:avLst/>
          </a:prstGeom>
        </p:spPr>
      </p:pic>
      <p:pic>
        <p:nvPicPr>
          <p:cNvPr id="34" name="Picture 33" descr="A tomato slice in the air&#10;&#10;AI-generated content may be incorrect.">
            <a:extLst>
              <a:ext uri="{FF2B5EF4-FFF2-40B4-BE49-F238E27FC236}">
                <a16:creationId xmlns:a16="http://schemas.microsoft.com/office/drawing/2014/main" id="{3996E198-DEB7-01C0-FA3B-E0D7251D6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70115">
            <a:off x="1421390" y="3701397"/>
            <a:ext cx="2690272" cy="2149344"/>
          </a:xfrm>
          <a:prstGeom prst="rect">
            <a:avLst/>
          </a:prstGeom>
        </p:spPr>
      </p:pic>
      <p:pic>
        <p:nvPicPr>
          <p:cNvPr id="37" name="Picture 36" descr="A tomato slice in the air&#10;&#10;AI-generated content may be incorrect.">
            <a:extLst>
              <a:ext uri="{FF2B5EF4-FFF2-40B4-BE49-F238E27FC236}">
                <a16:creationId xmlns:a16="http://schemas.microsoft.com/office/drawing/2014/main" id="{DFE3D2DD-FED0-4A1D-7C9A-B5FAB0495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66465">
            <a:off x="10864238" y="4041263"/>
            <a:ext cx="5120047" cy="54967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3B3DB07-54C8-9A42-29CE-3886C74F5D8E}"/>
              </a:ext>
            </a:extLst>
          </p:cNvPr>
          <p:cNvSpPr txBox="1"/>
          <p:nvPr/>
        </p:nvSpPr>
        <p:spPr>
          <a:xfrm flipH="1">
            <a:off x="-1296299" y="396776"/>
            <a:ext cx="15200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18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FRESH </a:t>
            </a:r>
            <a:endParaRPr lang="en-IN" sz="9600" spc="18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 descr="A green leafy lettuce&#10;&#10;AI-generated content may be incorrect.">
            <a:extLst>
              <a:ext uri="{FF2B5EF4-FFF2-40B4-BE49-F238E27FC236}">
                <a16:creationId xmlns:a16="http://schemas.microsoft.com/office/drawing/2014/main" id="{C5E36CC4-0C4D-EF6D-644D-B3E858E982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13859">
            <a:off x="8396478" y="-434638"/>
            <a:ext cx="3703328" cy="3161238"/>
          </a:xfrm>
          <a:prstGeom prst="rect">
            <a:avLst/>
          </a:prstGeom>
        </p:spPr>
      </p:pic>
      <p:pic>
        <p:nvPicPr>
          <p:cNvPr id="29" name="Picture 28" descr="A tomato slice in the air&#10;&#10;AI-generated content may be incorrect.">
            <a:extLst>
              <a:ext uri="{FF2B5EF4-FFF2-40B4-BE49-F238E27FC236}">
                <a16:creationId xmlns:a16="http://schemas.microsoft.com/office/drawing/2014/main" id="{6897DF5D-28DA-8236-B241-F83977F74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44762">
            <a:off x="1944305" y="1330875"/>
            <a:ext cx="3253839" cy="267842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DF8511B-E68F-40BF-EC23-A9561CC94257}"/>
              </a:ext>
            </a:extLst>
          </p:cNvPr>
          <p:cNvSpPr txBox="1"/>
          <p:nvPr/>
        </p:nvSpPr>
        <p:spPr>
          <a:xfrm flipH="1">
            <a:off x="-1221893" y="5120027"/>
            <a:ext cx="15200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18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 </a:t>
            </a:r>
            <a:endParaRPr lang="en-IN" sz="9600" spc="18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A cheeseburger with tomato and lettuce&#10;&#10;AI-generated content may be incorrect.">
            <a:extLst>
              <a:ext uri="{FF2B5EF4-FFF2-40B4-BE49-F238E27FC236}">
                <a16:creationId xmlns:a16="http://schemas.microsoft.com/office/drawing/2014/main" id="{D6F643F8-0A6C-03AB-D2A4-3F0BC3F126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64063" y1="75469" x2="71875" y2="74531"/>
                        <a14:foregroundMark x1="71875" y1="74531" x2="66094" y2="74375"/>
                        <a14:backgroundMark x1="77031" y1="70313" x2="72656" y2="75313"/>
                        <a14:backgroundMark x1="72656" y1="75313" x2="72385" y2="75347"/>
                        <a14:backgroundMark x1="73048" y1="76406" x2="73594" y2="76406"/>
                        <a14:backgroundMark x1="73594" y1="76406" x2="84688" y2="75156"/>
                        <a14:backgroundMark x1="84688" y1="75156" x2="77188" y2="73906"/>
                        <a14:backgroundMark x1="70499" y1="76857" x2="61250" y2="80938"/>
                        <a14:backgroundMark x1="77188" y1="73906" x2="70613" y2="76807"/>
                        <a14:backgroundMark x1="61250" y1="80938" x2="83281" y2="77813"/>
                        <a14:backgroundMark x1="83281" y1="77813" x2="69219" y2="80469"/>
                        <a14:backgroundMark x1="69219" y1="80469" x2="89063" y2="76406"/>
                        <a14:backgroundMark x1="89063" y1="76406" x2="85625" y2="74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33" y="-451588"/>
            <a:ext cx="7715429" cy="7715429"/>
          </a:xfrm>
          <a:prstGeom prst="rect">
            <a:avLst/>
          </a:prstGeom>
          <a:effectLst/>
        </p:spPr>
      </p:pic>
      <p:pic>
        <p:nvPicPr>
          <p:cNvPr id="30" name="Picture 29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F8E4EE05-A3CB-8000-C725-81C870AB53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5605">
            <a:off x="8170841" y="6129033"/>
            <a:ext cx="3259681" cy="1071755"/>
          </a:xfrm>
          <a:prstGeom prst="rect">
            <a:avLst/>
          </a:prstGeom>
        </p:spPr>
      </p:pic>
      <p:pic>
        <p:nvPicPr>
          <p:cNvPr id="24" name="Picture 23" descr="A close up of a onion&#10;&#10;AI-generated content may be incorrect.">
            <a:extLst>
              <a:ext uri="{FF2B5EF4-FFF2-40B4-BE49-F238E27FC236}">
                <a16:creationId xmlns:a16="http://schemas.microsoft.com/office/drawing/2014/main" id="{592DC4FD-58D3-7C5D-08FE-93FA3EAB40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49234">
            <a:off x="-1301746" y="4882552"/>
            <a:ext cx="6876631" cy="2211126"/>
          </a:xfrm>
          <a:prstGeom prst="rect">
            <a:avLst/>
          </a:prstGeom>
        </p:spPr>
      </p:pic>
      <p:pic>
        <p:nvPicPr>
          <p:cNvPr id="36" name="Picture 35" descr="A close up of a onion&#10;&#10;AI-generated content may be incorrect.">
            <a:extLst>
              <a:ext uri="{FF2B5EF4-FFF2-40B4-BE49-F238E27FC236}">
                <a16:creationId xmlns:a16="http://schemas.microsoft.com/office/drawing/2014/main" id="{D7CCA997-0C88-CF72-0B28-8A3D22CFC0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72768">
            <a:off x="-393536" y="-1101883"/>
            <a:ext cx="6911467" cy="222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80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leafy lettuce&#10;&#10;AI-generated content may be incorrect.">
            <a:extLst>
              <a:ext uri="{FF2B5EF4-FFF2-40B4-BE49-F238E27FC236}">
                <a16:creationId xmlns:a16="http://schemas.microsoft.com/office/drawing/2014/main" id="{EA746CFE-AD62-6004-5C0E-45DD07726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8658">
            <a:off x="4864585" y="3979025"/>
            <a:ext cx="2633630" cy="1144825"/>
          </a:xfrm>
          <a:prstGeom prst="rect">
            <a:avLst/>
          </a:prstGeom>
        </p:spPr>
      </p:pic>
      <p:pic>
        <p:nvPicPr>
          <p:cNvPr id="20" name="Picture 19" descr="A tomato slice in the air&#10;&#10;AI-generated content may be incorrect.">
            <a:extLst>
              <a:ext uri="{FF2B5EF4-FFF2-40B4-BE49-F238E27FC236}">
                <a16:creationId xmlns:a16="http://schemas.microsoft.com/office/drawing/2014/main" id="{724A0154-66A2-25FD-2AC7-28B63E179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66465">
            <a:off x="4511444" y="2481335"/>
            <a:ext cx="5120047" cy="5496749"/>
          </a:xfrm>
          <a:prstGeom prst="rect">
            <a:avLst/>
          </a:prstGeom>
        </p:spPr>
      </p:pic>
      <p:pic>
        <p:nvPicPr>
          <p:cNvPr id="19" name="Picture 18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E79F18E0-9700-44B5-CE6B-83364E0A3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5605">
            <a:off x="4953841" y="4043382"/>
            <a:ext cx="3259681" cy="1071755"/>
          </a:xfrm>
          <a:prstGeom prst="rect">
            <a:avLst/>
          </a:prstGeom>
        </p:spPr>
      </p:pic>
      <p:pic>
        <p:nvPicPr>
          <p:cNvPr id="18" name="Picture 17" descr="A slice of red onion&#10;&#10;AI-generated content may be incorrect.">
            <a:extLst>
              <a:ext uri="{FF2B5EF4-FFF2-40B4-BE49-F238E27FC236}">
                <a16:creationId xmlns:a16="http://schemas.microsoft.com/office/drawing/2014/main" id="{89782AC6-EB10-B8C9-5F42-0011A9DC2F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350" y="2726461"/>
            <a:ext cx="3995057" cy="2638948"/>
          </a:xfrm>
          <a:prstGeom prst="rect">
            <a:avLst/>
          </a:prstGeom>
        </p:spPr>
      </p:pic>
      <p:pic>
        <p:nvPicPr>
          <p:cNvPr id="17" name="Picture 16" descr="A tomato slice in the air&#10;&#10;AI-generated content may be incorrect.">
            <a:extLst>
              <a:ext uri="{FF2B5EF4-FFF2-40B4-BE49-F238E27FC236}">
                <a16:creationId xmlns:a16="http://schemas.microsoft.com/office/drawing/2014/main" id="{E77E4A26-31D4-8659-1BC5-17145CFC53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37362" y="2420856"/>
            <a:ext cx="3460585" cy="4325732"/>
          </a:xfrm>
          <a:prstGeom prst="rect">
            <a:avLst/>
          </a:prstGeom>
        </p:spPr>
      </p:pic>
      <p:pic>
        <p:nvPicPr>
          <p:cNvPr id="16" name="Picture 15" descr="A sliced onion on a white background&#10;&#10;AI-generated content may be incorrect.">
            <a:extLst>
              <a:ext uri="{FF2B5EF4-FFF2-40B4-BE49-F238E27FC236}">
                <a16:creationId xmlns:a16="http://schemas.microsoft.com/office/drawing/2014/main" id="{948A8294-6899-D23A-9129-3D60ECB89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94744">
            <a:off x="4850246" y="2693964"/>
            <a:ext cx="2239756" cy="1490456"/>
          </a:xfrm>
          <a:prstGeom prst="rect">
            <a:avLst/>
          </a:prstGeom>
        </p:spPr>
      </p:pic>
      <p:pic>
        <p:nvPicPr>
          <p:cNvPr id="15" name="Picture 14" descr="A green leafy lettuce&#10;&#10;AI-generated content may be incorrect.">
            <a:extLst>
              <a:ext uri="{FF2B5EF4-FFF2-40B4-BE49-F238E27FC236}">
                <a16:creationId xmlns:a16="http://schemas.microsoft.com/office/drawing/2014/main" id="{1A65DF23-0922-6656-A201-785A4BAA9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13859">
            <a:off x="4181987" y="1953475"/>
            <a:ext cx="3703328" cy="3161238"/>
          </a:xfrm>
          <a:prstGeom prst="rect">
            <a:avLst/>
          </a:prstGeom>
        </p:spPr>
      </p:pic>
      <p:pic>
        <p:nvPicPr>
          <p:cNvPr id="13" name="Picture 12" descr="A close up of a onion&#10;&#10;AI-generated content may be incorrect.">
            <a:extLst>
              <a:ext uri="{FF2B5EF4-FFF2-40B4-BE49-F238E27FC236}">
                <a16:creationId xmlns:a16="http://schemas.microsoft.com/office/drawing/2014/main" id="{0F7C3288-7DB8-B343-5ED4-06E1C560C9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72768">
            <a:off x="2577918" y="2958488"/>
            <a:ext cx="6911467" cy="2222327"/>
          </a:xfrm>
          <a:prstGeom prst="rect">
            <a:avLst/>
          </a:prstGeom>
        </p:spPr>
      </p:pic>
      <p:pic>
        <p:nvPicPr>
          <p:cNvPr id="12" name="Picture 11" descr="A tomato slice in the air&#10;&#10;AI-generated content may be incorrect.">
            <a:extLst>
              <a:ext uri="{FF2B5EF4-FFF2-40B4-BE49-F238E27FC236}">
                <a16:creationId xmlns:a16="http://schemas.microsoft.com/office/drawing/2014/main" id="{C9C257B5-D7EC-B612-14A7-8704A3CD5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552" y="2975463"/>
            <a:ext cx="3738472" cy="4673090"/>
          </a:xfrm>
          <a:prstGeom prst="rect">
            <a:avLst/>
          </a:prstGeom>
        </p:spPr>
      </p:pic>
      <p:pic>
        <p:nvPicPr>
          <p:cNvPr id="11" name="Picture 10" descr="A tomato slice in the air&#10;&#10;AI-generated content may be incorrect.">
            <a:extLst>
              <a:ext uri="{FF2B5EF4-FFF2-40B4-BE49-F238E27FC236}">
                <a16:creationId xmlns:a16="http://schemas.microsoft.com/office/drawing/2014/main" id="{40F2767C-1C5F-1062-FE69-1594211D5F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44762">
            <a:off x="4406733" y="3403140"/>
            <a:ext cx="3253839" cy="2678427"/>
          </a:xfrm>
          <a:prstGeom prst="rect">
            <a:avLst/>
          </a:prstGeom>
        </p:spPr>
      </p:pic>
      <p:pic>
        <p:nvPicPr>
          <p:cNvPr id="10" name="Picture 9" descr="A slice of red onion&#10;&#10;AI-generated content may be incorrect.">
            <a:extLst>
              <a:ext uri="{FF2B5EF4-FFF2-40B4-BE49-F238E27FC236}">
                <a16:creationId xmlns:a16="http://schemas.microsoft.com/office/drawing/2014/main" id="{15FC7DCB-986F-51B7-D43F-68A363D6F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54496" y1="42857" x2="54496" y2="42857"/>
                        <a14:backgroundMark x1="46866" y1="42500" x2="61580" y2="49643"/>
                        <a14:backgroundMark x1="54496" y1="70000" x2="64033" y2="70000"/>
                        <a14:backgroundMark x1="37330" y1="33929" x2="40609" y2="43139"/>
                        <a14:backgroundMark x1="68194" y1="55233" x2="62398" y2="45357"/>
                        <a14:backgroundMark x1="62398" y1="45357" x2="56948" y2="42143"/>
                        <a14:backgroundMark x1="32425" y1="34643" x2="40599" y2="48571"/>
                        <a14:backgroundMark x1="40599" y1="48571" x2="53678" y2="56429"/>
                        <a14:backgroundMark x1="53678" y1="56429" x2="46322" y2="42143"/>
                        <a14:backgroundMark x1="46322" y1="42143" x2="35150" y2="35000"/>
                        <a14:backgroundMark x1="35150" y1="35000" x2="38965" y2="33571"/>
                        <a14:backgroundMark x1="37330" y1="46429" x2="40327" y2="54286"/>
                        <a14:backgroundMark x1="51771" y1="58571" x2="65395" y2="61786"/>
                        <a14:backgroundMark x1="73025" y1="57500" x2="62398" y2="6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195" y="2975463"/>
            <a:ext cx="2379796" cy="1297446"/>
          </a:xfrm>
          <a:prstGeom prst="rect">
            <a:avLst/>
          </a:prstGeom>
        </p:spPr>
      </p:pic>
      <p:pic>
        <p:nvPicPr>
          <p:cNvPr id="9" name="Picture 8" descr="A green leafy lettuce&#10;&#10;AI-generated content may be incorrect.">
            <a:extLst>
              <a:ext uri="{FF2B5EF4-FFF2-40B4-BE49-F238E27FC236}">
                <a16:creationId xmlns:a16="http://schemas.microsoft.com/office/drawing/2014/main" id="{DE444809-DB09-4223-37BB-55AA6DBA2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688" r="96250">
                        <a14:foregroundMark x1="4688" y1="52188" x2="7813" y2="44375"/>
                        <a14:foregroundMark x1="9063" y1="48438" x2="9063" y2="48438"/>
                        <a14:foregroundMark x1="93750" y1="53438" x2="85938" y2="58125"/>
                        <a14:foregroundMark x1="96250" y1="51563" x2="96250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94963">
            <a:off x="3584431" y="1980241"/>
            <a:ext cx="4585336" cy="4585336"/>
          </a:xfrm>
          <a:prstGeom prst="rect">
            <a:avLst/>
          </a:prstGeom>
        </p:spPr>
      </p:pic>
      <p:pic>
        <p:nvPicPr>
          <p:cNvPr id="8" name="Picture 7" descr="A tomato slice in the air&#10;&#10;AI-generated content may be incorrect.">
            <a:extLst>
              <a:ext uri="{FF2B5EF4-FFF2-40B4-BE49-F238E27FC236}">
                <a16:creationId xmlns:a16="http://schemas.microsoft.com/office/drawing/2014/main" id="{F6A97E34-491D-0360-BE09-309E4CE1E3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2527" y1="63975" x2="70139" y2="62222"/>
                        <a14:foregroundMark x1="53624" y1="66025" x2="62239" y2="64041"/>
                        <a14:foregroundMark x1="70139" y1="62222" x2="65843" y2="62267"/>
                        <a14:foregroundMark x1="25795" y1="74444" x2="26968" y2="74104"/>
                        <a14:foregroundMark x1="23876" y1="75000" x2="25795" y2="74444"/>
                        <a14:foregroundMark x1="22917" y1="75278" x2="23876" y2="75000"/>
                        <a14:foregroundMark x1="20139" y1="75278" x2="20139" y2="75278"/>
                        <a14:foregroundMark x1="76389" y1="55000" x2="74165" y2="55756"/>
                        <a14:backgroundMark x1="60069" y1="15278" x2="50000" y2="26944"/>
                        <a14:backgroundMark x1="50000" y1="26944" x2="86111" y2="34444"/>
                        <a14:backgroundMark x1="48958" y1="19444" x2="34375" y2="25556"/>
                        <a14:backgroundMark x1="34375" y1="25556" x2="52778" y2="32778"/>
                        <a14:backgroundMark x1="52778" y1="32778" x2="70139" y2="34444"/>
                        <a14:backgroundMark x1="23264" y1="72222" x2="25401" y2="71464"/>
                        <a14:backgroundMark x1="27083" y1="70833" x2="27083" y2="70833"/>
                        <a14:backgroundMark x1="44097" y1="64167" x2="44789" y2="63945"/>
                        <a14:backgroundMark x1="28125" y1="70833" x2="25000" y2="71667"/>
                        <a14:backgroundMark x1="43750" y1="64722" x2="44376" y2="64575"/>
                        <a14:backgroundMark x1="61187" y1="58494" x2="52083" y2="59444"/>
                        <a14:backgroundMark x1="52083" y1="59444" x2="39583" y2="64722"/>
                        <a14:backgroundMark x1="39583" y1="64722" x2="62148" y2="59393"/>
                        <a14:backgroundMark x1="34028" y1="12500" x2="70139" y2="40556"/>
                        <a14:backgroundMark x1="70139" y1="40556" x2="87847" y2="38889"/>
                        <a14:backgroundMark x1="87847" y1="38889" x2="88889" y2="38333"/>
                        <a14:backgroundMark x1="51389" y1="63889" x2="25000" y2="72222"/>
                        <a14:backgroundMark x1="71875" y1="53889" x2="58333" y2="60556"/>
                        <a14:backgroundMark x1="69792" y1="56111" x2="72569" y2="55556"/>
                        <a14:backgroundMark x1="72222" y1="55000" x2="72222" y2="55000"/>
                        <a14:backgroundMark x1="73264" y1="55000" x2="73264" y2="55000"/>
                        <a14:backgroundMark x1="74653" y1="55000" x2="74653" y2="55000"/>
                        <a14:backgroundMark x1="19792" y1="74444" x2="19792" y2="74444"/>
                        <a14:backgroundMark x1="20139" y1="75000" x2="20139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70115">
            <a:off x="3923957" y="3719414"/>
            <a:ext cx="2690272" cy="2149344"/>
          </a:xfrm>
          <a:prstGeom prst="rect">
            <a:avLst/>
          </a:prstGeom>
        </p:spPr>
      </p:pic>
      <p:pic>
        <p:nvPicPr>
          <p:cNvPr id="7" name="Picture 6" descr="A close up of a onion&#10;&#10;AI-generated content may be incorrect.">
            <a:extLst>
              <a:ext uri="{FF2B5EF4-FFF2-40B4-BE49-F238E27FC236}">
                <a16:creationId xmlns:a16="http://schemas.microsoft.com/office/drawing/2014/main" id="{3595A16E-84B4-DCC4-F1E3-9C30DF7ABD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37444" y1="46260" x2="37444" y2="46260"/>
                        <a14:backgroundMark x1="48667" y1="44598" x2="48667" y2="44598"/>
                        <a14:backgroundMark x1="60667" y1="39889" x2="60667" y2="39889"/>
                        <a14:backgroundMark x1="37889" y1="44875" x2="38444" y2="52909"/>
                        <a14:backgroundMark x1="50889" y1="34349" x2="51111" y2="41828"/>
                        <a14:backgroundMark x1="60111" y1="35180" x2="61444" y2="46260"/>
                        <a14:backgroundMark x1="53000" y1="18006" x2="60444" y2="25485"/>
                        <a14:backgroundMark x1="60444" y1="25485" x2="62556" y2="33241"/>
                        <a14:backgroundMark x1="58778" y1="22161" x2="58778" y2="22161"/>
                        <a14:backgroundMark x1="65333" y1="37119" x2="65333" y2="37119"/>
                        <a14:backgroundMark x1="49778" y1="29640" x2="51111" y2="46260"/>
                        <a14:backgroundMark x1="51111" y1="46260" x2="49222" y2="31856"/>
                        <a14:backgroundMark x1="49222" y1="31856" x2="49222" y2="31025"/>
                        <a14:backgroundMark x1="47889" y1="27701" x2="48000" y2="42382"/>
                        <a14:backgroundMark x1="48000" y1="42382" x2="51667" y2="56787"/>
                        <a14:backgroundMark x1="47556" y1="27147" x2="50556" y2="28532"/>
                        <a14:backgroundMark x1="42111" y1="26870" x2="36778" y2="39335"/>
                        <a14:backgroundMark x1="36778" y1="39335" x2="37667" y2="55402"/>
                        <a14:backgroundMark x1="37667" y1="55402" x2="38000" y2="36011"/>
                        <a14:backgroundMark x1="38000" y1="36011" x2="40667" y2="31025"/>
                        <a14:backgroundMark x1="44556" y1="21330" x2="44556" y2="21330"/>
                        <a14:backgroundMark x1="44778" y1="21330" x2="44778" y2="21330"/>
                        <a14:backgroundMark x1="36667" y1="65651" x2="43889" y2="66482"/>
                        <a14:backgroundMark x1="43889" y1="66482" x2="43111" y2="59557"/>
                        <a14:backgroundMark x1="38000" y1="68421" x2="38000" y2="68421"/>
                        <a14:backgroundMark x1="47778" y1="69252" x2="47778" y2="69252"/>
                        <a14:backgroundMark x1="48889" y1="70083" x2="48889" y2="70083"/>
                        <a14:backgroundMark x1="43444" y1="72853" x2="43444" y2="72853"/>
                        <a14:backgroundMark x1="41556" y1="72022" x2="47889" y2="7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49234">
            <a:off x="1592763" y="3216607"/>
            <a:ext cx="6876631" cy="2211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0C0C91-B769-B78D-52F8-F3C3D69B4ADE}"/>
              </a:ext>
            </a:extLst>
          </p:cNvPr>
          <p:cNvSpPr/>
          <p:nvPr/>
        </p:nvSpPr>
        <p:spPr>
          <a:xfrm>
            <a:off x="0" y="0"/>
            <a:ext cx="12192000" cy="7287904"/>
          </a:xfrm>
          <a:prstGeom prst="rect">
            <a:avLst/>
          </a:prstGeom>
          <a:gradFill flip="none" rotWithShape="1">
            <a:gsLst>
              <a:gs pos="6000">
                <a:srgbClr val="845929"/>
              </a:gs>
              <a:gs pos="0">
                <a:srgbClr val="E7983D"/>
              </a:gs>
              <a:gs pos="57000">
                <a:srgbClr val="211915"/>
              </a:gs>
            </a:gsLst>
            <a:path path="circle">
              <a:fillToRect l="50000" t="50000" r="50000" b="50000"/>
            </a:path>
            <a:tileRect/>
          </a:gra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 descr="A wooden table with sunlight shining through trees&#10;&#10;AI-generated content may be incorrect.">
            <a:extLst>
              <a:ext uri="{FF2B5EF4-FFF2-40B4-BE49-F238E27FC236}">
                <a16:creationId xmlns:a16="http://schemas.microsoft.com/office/drawing/2014/main" id="{EAA545AD-B43E-2EF4-5641-43C540E306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67" b="95467" l="0" r="99399">
                        <a14:foregroundMark x1="9009" y1="77333" x2="1502" y2="82933"/>
                        <a14:foregroundMark x1="1502" y1="82933" x2="11862" y2="94667"/>
                        <a14:foregroundMark x1="11862" y1="94667" x2="33483" y2="92000"/>
                        <a14:foregroundMark x1="33483" y1="92000" x2="48799" y2="94667"/>
                        <a14:foregroundMark x1="48799" y1="94667" x2="62462" y2="84533"/>
                        <a14:foregroundMark x1="62462" y1="84533" x2="70871" y2="90667"/>
                        <a14:foregroundMark x1="70871" y1="90667" x2="83183" y2="85067"/>
                        <a14:foregroundMark x1="83183" y1="85067" x2="98498" y2="96533"/>
                        <a14:foregroundMark x1="98498" y1="96533" x2="91141" y2="82400"/>
                        <a14:foregroundMark x1="91141" y1="82400" x2="83483" y2="75200"/>
                        <a14:foregroundMark x1="83483" y1="75200" x2="96246" y2="82133"/>
                        <a14:foregroundMark x1="96246" y1="82133" x2="80631" y2="92800"/>
                        <a14:foregroundMark x1="80631" y1="92800" x2="44144" y2="94133"/>
                        <a14:foregroundMark x1="44144" y1="94133" x2="76126" y2="83733"/>
                        <a14:foregroundMark x1="76126" y1="83733" x2="62913" y2="82933"/>
                        <a14:foregroundMark x1="62913" y1="82933" x2="71021" y2="81067"/>
                        <a14:foregroundMark x1="71021" y1="81067" x2="62012" y2="81067"/>
                        <a14:foregroundMark x1="62012" y1="81067" x2="64565" y2="77867"/>
                        <a14:foregroundMark x1="92643" y1="81600" x2="93243" y2="94933"/>
                        <a14:foregroundMark x1="93243" y1="94933" x2="10360" y2="96267"/>
                        <a14:foregroundMark x1="10360" y1="96267" x2="2102" y2="85067"/>
                        <a14:foregroundMark x1="2102" y1="85067" x2="19820" y2="93333"/>
                        <a14:foregroundMark x1="5856" y1="93333" x2="150" y2="95467"/>
                        <a14:foregroundMark x1="93393" y1="81600" x2="90240" y2="94133"/>
                        <a14:foregroundMark x1="90240" y1="94133" x2="97898" y2="93600"/>
                        <a14:foregroundMark x1="97898" y1="93600" x2="99399" y2="94133"/>
                        <a14:foregroundMark x1="18193" y1="74228" x2="50585" y2="74849"/>
                        <a14:foregroundMark x1="16277" y1="74192" x2="17963" y2="74224"/>
                        <a14:foregroundMark x1="13213" y1="74133" x2="15501" y2="74177"/>
                        <a14:foregroundMark x1="71214" y1="74969" x2="84835" y2="73600"/>
                        <a14:foregroundMark x1="78141" y1="71295" x2="80030" y2="71200"/>
                        <a14:backgroundMark x1="31231" y1="64000" x2="54805" y2="61333"/>
                        <a14:backgroundMark x1="54805" y1="61333" x2="66967" y2="61333"/>
                        <a14:backgroundMark x1="66967" y1="61333" x2="36787" y2="53333"/>
                        <a14:backgroundMark x1="36787" y1="53333" x2="71471" y2="48800"/>
                        <a14:backgroundMark x1="71471" y1="48800" x2="62012" y2="51467"/>
                        <a14:backgroundMark x1="62012" y1="51467" x2="81081" y2="47733"/>
                        <a14:backgroundMark x1="81081" y1="47733" x2="73423" y2="39733"/>
                        <a14:backgroundMark x1="73423" y1="39733" x2="59009" y2="34933"/>
                        <a14:backgroundMark x1="59009" y1="34933" x2="48649" y2="25067"/>
                        <a14:backgroundMark x1="48649" y1="25067" x2="37387" y2="21867"/>
                        <a14:backgroundMark x1="37387" y1="21867" x2="63664" y2="21600"/>
                        <a14:backgroundMark x1="63664" y1="21600" x2="71471" y2="24000"/>
                        <a14:backgroundMark x1="71471" y1="24000" x2="47297" y2="32533"/>
                        <a14:backgroundMark x1="47297" y1="32533" x2="66517" y2="43467"/>
                        <a14:backgroundMark x1="66517" y1="43467" x2="53904" y2="37867"/>
                        <a14:backgroundMark x1="53904" y1="37867" x2="73273" y2="20267"/>
                        <a14:backgroundMark x1="73273" y1="20267" x2="67267" y2="9333"/>
                        <a14:backgroundMark x1="67267" y1="9333" x2="76727" y2="28267"/>
                        <a14:backgroundMark x1="76727" y1="28267" x2="69670" y2="33333"/>
                        <a14:backgroundMark x1="69670" y1="33333" x2="40240" y2="38400"/>
                        <a14:backgroundMark x1="40240" y1="38400" x2="48498" y2="50400"/>
                        <a14:backgroundMark x1="48498" y1="50400" x2="63664" y2="54400"/>
                        <a14:backgroundMark x1="63664" y1="54400" x2="33033" y2="56800"/>
                        <a14:backgroundMark x1="80927" y1="68653" x2="87237" y2="67200"/>
                        <a14:backgroundMark x1="87237" y1="67200" x2="83634" y2="65333"/>
                        <a14:backgroundMark x1="13876" y1="72295" x2="13213" y2="72800"/>
                        <a14:backgroundMark x1="54578" y1="71081" x2="59407" y2="70711"/>
                        <a14:backgroundMark x1="11261" y1="74400" x2="13170" y2="74254"/>
                        <a14:backgroundMark x1="80499" y1="69867" x2="84084" y2="69867"/>
                        <a14:backgroundMark x1="20571" y1="69333" x2="54204" y2="66933"/>
                        <a14:backgroundMark x1="54204" y1="66933" x2="76727" y2="66933"/>
                        <a14:backgroundMark x1="76727" y1="66933" x2="33634" y2="67733"/>
                        <a14:backgroundMark x1="33634" y1="67733" x2="43844" y2="64000"/>
                        <a14:backgroundMark x1="43844" y1="64000" x2="57057" y2="64000"/>
                        <a14:backgroundMark x1="57057" y1="64000" x2="68018" y2="63733"/>
                        <a14:backgroundMark x1="68018" y1="63733" x2="34685" y2="66933"/>
                        <a14:backgroundMark x1="34685" y1="66933" x2="44144" y2="66133"/>
                        <a14:backgroundMark x1="44144" y1="66133" x2="76577" y2="66933"/>
                        <a14:backgroundMark x1="22372" y1="69333" x2="68468" y2="72000"/>
                        <a14:backgroundMark x1="68468" y1="72000" x2="77628" y2="69867"/>
                        <a14:backgroundMark x1="77628" y1="69867" x2="16817" y2="70400"/>
                        <a14:backgroundMark x1="16817" y1="70400" x2="39790" y2="68533"/>
                        <a14:backgroundMark x1="39790" y1="68533" x2="49850" y2="68533"/>
                        <a14:backgroundMark x1="49850" y1="68533" x2="77027" y2="65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382" y="1759527"/>
            <a:ext cx="12566073" cy="5528378"/>
          </a:xfrm>
          <a:prstGeom prst="rect">
            <a:avLst/>
          </a:prstGeom>
          <a:effectLst>
            <a:softEdge rad="3048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4757E1-C21C-1F81-48E4-AD5672963073}"/>
              </a:ext>
            </a:extLst>
          </p:cNvPr>
          <p:cNvSpPr txBox="1"/>
          <p:nvPr/>
        </p:nvSpPr>
        <p:spPr>
          <a:xfrm flipH="1">
            <a:off x="2975841" y="3665531"/>
            <a:ext cx="62159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-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</a:t>
            </a:r>
            <a:r>
              <a:rPr lang="en-US" sz="9600" spc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 </a:t>
            </a:r>
            <a:endParaRPr lang="en-IN" sz="9600" spc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F444D-9DFB-8C31-DB31-75F1CE715C03}"/>
              </a:ext>
            </a:extLst>
          </p:cNvPr>
          <p:cNvSpPr txBox="1"/>
          <p:nvPr/>
        </p:nvSpPr>
        <p:spPr>
          <a:xfrm flipH="1">
            <a:off x="1764735" y="3124047"/>
            <a:ext cx="8605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-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FRESH </a:t>
            </a:r>
            <a:endParaRPr lang="en-IN" sz="7200" spc="-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A cheeseburger with tomato and lettuce&#10;&#10;AI-generated content may be incorrect.">
            <a:extLst>
              <a:ext uri="{FF2B5EF4-FFF2-40B4-BE49-F238E27FC236}">
                <a16:creationId xmlns:a16="http://schemas.microsoft.com/office/drawing/2014/main" id="{D6F643F8-0A6C-03AB-D2A4-3F0BC3F126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64063" y1="75469" x2="71875" y2="74531"/>
                        <a14:foregroundMark x1="71875" y1="74531" x2="66094" y2="74375"/>
                        <a14:backgroundMark x1="77031" y1="70313" x2="72656" y2="75313"/>
                        <a14:backgroundMark x1="72656" y1="75313" x2="72385" y2="75347"/>
                        <a14:backgroundMark x1="73048" y1="76406" x2="73594" y2="76406"/>
                        <a14:backgroundMark x1="73594" y1="76406" x2="84688" y2="75156"/>
                        <a14:backgroundMark x1="84688" y1="75156" x2="77188" y2="73906"/>
                        <a14:backgroundMark x1="70499" y1="76857" x2="61250" y2="80938"/>
                        <a14:backgroundMark x1="77188" y1="73906" x2="70613" y2="76807"/>
                        <a14:backgroundMark x1="61250" y1="80938" x2="83281" y2="77813"/>
                        <a14:backgroundMark x1="83281" y1="77813" x2="69219" y2="80469"/>
                        <a14:backgroundMark x1="69219" y1="80469" x2="89063" y2="76406"/>
                        <a14:backgroundMark x1="89063" y1="76406" x2="85625" y2="74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285" y="415194"/>
            <a:ext cx="7715429" cy="77154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1147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Demoo</dc:title>
  <dc:creator>MAAYA-17</dc:creator>
  <cp:keywords>MAAYA</cp:keywords>
  <cp:lastModifiedBy>MAAYA-17</cp:lastModifiedBy>
  <cp:revision>4</cp:revision>
  <dcterms:created xsi:type="dcterms:W3CDTF">2026-04-09T05:23:35Z</dcterms:created>
  <dcterms:modified xsi:type="dcterms:W3CDTF">2026-04-11T04:50:02Z</dcterms:modified>
</cp:coreProperties>
</file>