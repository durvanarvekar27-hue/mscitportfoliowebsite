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93B2244-08E5-4C7B-8BEB-6D0BEA9F5628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79" d="100"/>
          <a:sy n="79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2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7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9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03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96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59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92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95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1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272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030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5061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75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638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38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92E08-8314-49C8-876C-59211313C1ED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18C8174-5C5F-4783-93A5-752D09411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0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7613-218B-4CC3-BC9F-673D0F9E0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4025" y="0"/>
            <a:ext cx="9144000" cy="328613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EDA49-BE37-45E9-8336-A6D33A3B5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200"/>
            <a:ext cx="9144000" cy="6400800"/>
          </a:xfrm>
        </p:spPr>
        <p:txBody>
          <a:bodyPr>
            <a:normAutofit/>
          </a:bodyPr>
          <a:lstStyle/>
          <a:p>
            <a:r>
              <a:rPr lang="en-IN" b="1" dirty="0"/>
              <a:t>Session #01 MS-CIT ( basic computer, Smart phone and typing skills)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MS-CIT introduction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Basic computer and smartphone skills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partnering with AI :introduction to AI tools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partnering with AI : understanding MKCL’s AI Hexagon Map – Part 1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partnering with AI : understanding MKCL’s AI Hexagon Map – part 2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partnering with AI : google lens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partnering with AI: chatGPT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smart Typing skills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MS office skills ( Windows)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how to access MS-CIT eBook?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What is session completion test (SCT)?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  home work </a:t>
            </a:r>
          </a:p>
          <a:p>
            <a:pPr algn="l"/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170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80A54-582D-4452-A21B-8D399877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680"/>
            <a:ext cx="10515600" cy="620713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#02 MS-CIT( basic computer, smartphone and typing skills)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A1FDD-1D1B-44FE-9AA6-B8242D225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Introduction to the session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Basic computer and smartphone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Gemini  partnering with AI : hedra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google flow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smart typing skills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MS office skills (windows)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 home work   </a:t>
            </a:r>
          </a:p>
        </p:txBody>
      </p:sp>
    </p:spTree>
    <p:extLst>
      <p:ext uri="{BB962C8B-B14F-4D97-AF65-F5344CB8AC3E}">
        <p14:creationId xmlns:p14="http://schemas.microsoft.com/office/powerpoint/2010/main" val="394172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2B6-7A3E-4194-B435-1F5F3326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#03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CC01-87E2-436B-AFF3-FDD7C432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276"/>
            <a:ext cx="10515600" cy="51196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Introduction to the session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Basic computer and smartphone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Gemini  partnering with AI : hedra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google flow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smart typing skills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MS office skills (windows)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 home work </a:t>
            </a:r>
          </a:p>
        </p:txBody>
      </p:sp>
    </p:spTree>
    <p:extLst>
      <p:ext uri="{BB962C8B-B14F-4D97-AF65-F5344CB8AC3E}">
        <p14:creationId xmlns:p14="http://schemas.microsoft.com/office/powerpoint/2010/main" val="355083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5F41-E112-4298-BC32-71F1843C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687"/>
            <a:ext cx="10515600" cy="520700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#04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E4DE0-8603-420D-BC16-0F5945D7F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0125"/>
            <a:ext cx="10515600" cy="51768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 to the session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Basic computer and smartphone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partnering with AI : Gemini  partnering with AI : hedra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partnering with AI : google flow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smart typing skills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MS office skills (windows)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   home work</a:t>
            </a:r>
          </a:p>
        </p:txBody>
      </p:sp>
    </p:spTree>
    <p:extLst>
      <p:ext uri="{BB962C8B-B14F-4D97-AF65-F5344CB8AC3E}">
        <p14:creationId xmlns:p14="http://schemas.microsoft.com/office/powerpoint/2010/main" val="47174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14AC-7F09-4E77-8155-5FC9E20E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#05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A731-DC51-46D9-B305-3E05CD49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2482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 to the session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Basic computer and smartphone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Gemini  partnering with AI : hedra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google flow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smart typing skills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MS office skills (windows)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 home work</a:t>
            </a:r>
          </a:p>
        </p:txBody>
      </p:sp>
    </p:spTree>
    <p:extLst>
      <p:ext uri="{BB962C8B-B14F-4D97-AF65-F5344CB8AC3E}">
        <p14:creationId xmlns:p14="http://schemas.microsoft.com/office/powerpoint/2010/main" val="366119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92B5-4D53-4BEF-83E6-3F465ED9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50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#06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0753-BB03-4283-A62C-6D4995430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713"/>
            <a:ext cx="10515600" cy="50482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Introduction to digital skills for Daily life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Digital Skills for Daily life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Partnering with AI : WhatsApp Meta Ai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Partnering with AI : Google Fit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7821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9E05-F782-44EB-BB59-152419A9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0700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#07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A4D2-A953-4809-B882-8FC83590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0125"/>
            <a:ext cx="10515600" cy="51768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Introduction to the session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Basic computer and smartphone skills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Gemini  partnering with AI : hedra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partnering with AI : google flow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smart typing skills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MS office skills (windows)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    home work </a:t>
            </a:r>
          </a:p>
        </p:txBody>
      </p:sp>
    </p:spTree>
    <p:extLst>
      <p:ext uri="{BB962C8B-B14F-4D97-AF65-F5344CB8AC3E}">
        <p14:creationId xmlns:p14="http://schemas.microsoft.com/office/powerpoint/2010/main" val="348482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825A-B576-4701-87A5-6ECBF87C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288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#08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7661-7621-4734-A232-FFAA74914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414"/>
            <a:ext cx="10515600" cy="516254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MS-CIT 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Basic computer and smartphone skills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:introduction to AI tools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understanding MKCL’s AI Hexagon Map – Part 1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understanding MKCL’s AI Hexagon Map – part 2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google lens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AI: chatGPT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smart Typing skills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MS office skills ( Windows)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how to access MS-CIT eBook?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What is session completion test (SCT)?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home work </a:t>
            </a:r>
          </a:p>
        </p:txBody>
      </p:sp>
    </p:spTree>
    <p:extLst>
      <p:ext uri="{BB962C8B-B14F-4D97-AF65-F5344CB8AC3E}">
        <p14:creationId xmlns:p14="http://schemas.microsoft.com/office/powerpoint/2010/main" val="357691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7145-38BF-44C8-ADD3-71AB4E82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/>
          </a:bodyPr>
          <a:lstStyle/>
          <a:p>
            <a:r>
              <a:rPr lang="en-IN" sz="2400" b="1" dirty="0"/>
              <a:t>Session #09 MS-CIT( basic computer, smartphone and typing skills)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E447-BA31-4D3F-A933-722366E02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MS-CIT 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Basic computer and smartphone skills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:introduction to AI tools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understanding MKCL’s AI Hexagon Map – Part 1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understanding MKCL’s AI Hexagon Map – part 2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 : google lens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partnering with AI: chatGPT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smart Typing skills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MS office skills ( Windows)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how to access MS-CIT eBook?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What is session completion test (SCT)?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  home work </a:t>
            </a:r>
          </a:p>
        </p:txBody>
      </p:sp>
    </p:spTree>
    <p:extLst>
      <p:ext uri="{BB962C8B-B14F-4D97-AF65-F5344CB8AC3E}">
        <p14:creationId xmlns:p14="http://schemas.microsoft.com/office/powerpoint/2010/main" val="9461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2176-7BC9-4C82-9572-D87756FE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0F6FA-48A4-4389-B6F0-398DBF1C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583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624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</vt:lpstr>
      <vt:lpstr> </vt:lpstr>
      <vt:lpstr>Session #02 MS-CIT( basic computer, smartphone and typing skills) </vt:lpstr>
      <vt:lpstr>Session #03 MS-CIT( basic computer, smartphone and typing skills) </vt:lpstr>
      <vt:lpstr>Session #04 MS-CIT( basic computer, smartphone and typing skills) </vt:lpstr>
      <vt:lpstr>Session #05 MS-CIT( basic computer, smartphone and typing skills) </vt:lpstr>
      <vt:lpstr>Session #06 MS-CIT( basic computer, smartphone and typing skills) </vt:lpstr>
      <vt:lpstr>Session #07 MS-CIT( basic computer, smartphone and typing skills) </vt:lpstr>
      <vt:lpstr>Session #08 MS-CIT( basic computer, smartphone and typing skills) </vt:lpstr>
      <vt:lpstr>Session #09 MS-CIT( basic computer, smartphone and typing skills)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LENOVO</dc:creator>
  <cp:lastModifiedBy>Durva Narvekar</cp:lastModifiedBy>
  <cp:revision>9</cp:revision>
  <dcterms:created xsi:type="dcterms:W3CDTF">2026-05-21T05:24:37Z</dcterms:created>
  <dcterms:modified xsi:type="dcterms:W3CDTF">2026-06-20T09:11:21Z</dcterms:modified>
</cp:coreProperties>
</file>