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A4"/>
    <a:srgbClr val="4A76C6"/>
    <a:srgbClr val="233E6F"/>
    <a:srgbClr val="5A3ACE"/>
    <a:srgbClr val="511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9CE9-2A45-4EDA-96E8-EB525BD48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982C0-F8E1-42B3-B3A6-25D2B3E73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AE55-0AE2-478C-8523-4D3326FC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4B6E7-770C-49ED-808F-8C4BB66A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5C344-AFFB-443D-9954-8E281AEB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179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8494-1AAE-400E-8B9C-ACD4405D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A346-9432-4877-827A-E54762806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BC92-EC4F-4FCB-BA7E-C9A8D785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A05F-50E9-4C4D-AF4D-CEC375BA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C5DA5-211E-44EC-924C-F9E7C0F3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916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6D97-AB2A-4582-80C2-65928446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AF89B-A895-4C27-803D-693B13C05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72D46-BD65-4C20-AD7D-5EBA5BAE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6F20-B859-4ADE-BF47-BCC03BA8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94EC2-2CDA-4601-8B90-D0CAD22F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373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820A-3516-4DF8-BDAC-945B5CA3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1B861-9E02-44B4-8D57-F3340AAF5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FA290-5B8E-46F1-9443-F56DC6122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91B97-1760-4F64-96D6-C99D1C3D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7E3A9-2DE7-4B30-A9F1-3D13E148C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65457-4547-4A25-BE9B-201F19DE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95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AEA7-99AB-46C6-8A8D-F0DCDDB3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89150-48F0-4496-92A7-FC3799D2C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6DD3A-23EF-441A-8373-0E8A7560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8B3F8-9324-483A-80AF-7C1CA2075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A30EE-D14C-4174-B8E3-5C6C4BDE0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5F298-1035-4116-B217-E2BFD6B6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98792-B83A-4D7B-A097-4549D705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791F8-B524-48D7-A1BE-EF9415F6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981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03C4-32C1-42D3-942C-36246299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D4BE8-B121-42E0-BC66-A747626B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A92A9-342B-4889-AA86-9F5BA2E1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FDCE7-7312-4E39-80F3-60813C7B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670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AFDFC-4C65-44D9-A663-0EF4A659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9D583-8D7F-46CF-9011-CD7A4D2A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F6B1B-C629-4126-AE2A-9339B5E1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35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3210-F271-4C3F-ADAC-BE77641C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3CB4-E807-47EA-BEA0-E63B5684F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EA0A2-AF2C-4FE9-B065-9DA220486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C74B8-0E64-4A0D-8268-53E00B3B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651C1-9D7E-4DB9-B9F1-7341E97B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D754-78BA-4F11-AB52-D48C8408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59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08AE-7194-422C-AFE6-C464B26C8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8F992-742C-48AD-BBFE-69728EC4A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F3EB3-2D35-4D28-BAE0-6DBA6142F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15ECA-1850-4585-AF9A-C5741BA1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DA64C-A5F4-4709-8950-45A79EDC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C28F9-BCD0-41CC-B887-46B4FD88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51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E001-FAEA-4E91-8462-F0FAFF71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8D022-4792-424B-AD88-87C6F6B69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7CFFE-562D-46FD-8FF4-6B2C12B4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2BB55-2A0E-4AA8-B2A4-E50728546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43352-C702-49DC-9BBC-5CAC73D4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152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6FEB62-0A62-4172-8DCC-E22B1D368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D5B28-546A-413A-9633-12E772F74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54B9A-8A46-4153-BE7E-5392F1C7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8942-F343-431C-B4A9-0A4AEC2A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0FA0-1BEF-4517-ACE6-1CB9927B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05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C06DB-39A0-4B4D-9BC8-EF65CCBA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1968D-1C96-402F-8829-9DFC7144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87F0-31FF-463E-98E3-60033DB33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B4794-8701-41A9-9A58-E43D7AA0F008}" type="datetimeFigureOut">
              <a:rPr lang="en-IN" smtClean="0"/>
              <a:t>14/Apr/2026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93456-1445-40AB-9140-30F9E2C50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BCB4C-BFBD-46C3-92BF-B82309749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E2A6C-0FC5-4223-B2CA-19F435A00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9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33F49A9-56E6-4964-8914-6D55636D80E9}"/>
              </a:ext>
            </a:extLst>
          </p:cNvPr>
          <p:cNvSpPr/>
          <p:nvPr/>
        </p:nvSpPr>
        <p:spPr>
          <a:xfrm>
            <a:off x="0" y="1"/>
            <a:ext cx="12191999" cy="694546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71639B-804B-4D42-9CE1-C55C5CDB1C1F}"/>
              </a:ext>
            </a:extLst>
          </p:cNvPr>
          <p:cNvSpPr/>
          <p:nvPr/>
        </p:nvSpPr>
        <p:spPr>
          <a:xfrm>
            <a:off x="4093689" y="2644170"/>
            <a:ext cx="400462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noFill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SemiBold" panose="020B0502040204020203" pitchFamily="34" charset="0"/>
                <a:cs typeface="Aharoni" panose="02010803020104030203" pitchFamily="2" charset="-79"/>
              </a:rPr>
              <a:t>FRESH</a:t>
            </a:r>
            <a:endParaRPr lang="en-IN" sz="9600" b="1" dirty="0">
              <a:ln>
                <a:solidFill>
                  <a:schemeClr val="bg1">
                    <a:lumMod val="95000"/>
                  </a:schemeClr>
                </a:solidFill>
              </a:ln>
              <a:noFill/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EDF51D-70B2-407A-B467-5F9391066BC7}"/>
              </a:ext>
            </a:extLst>
          </p:cNvPr>
          <p:cNvSpPr/>
          <p:nvPr/>
        </p:nvSpPr>
        <p:spPr>
          <a:xfrm>
            <a:off x="3633627" y="2644170"/>
            <a:ext cx="492474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n>
                  <a:solidFill>
                    <a:schemeClr val="bg1"/>
                  </a:solidFill>
                </a:ln>
                <a:noFill/>
                <a:latin typeface="Bahnschrift SemiBold" panose="020B0502040204020203" pitchFamily="34" charset="0"/>
              </a:rPr>
              <a:t>BURGER</a:t>
            </a:r>
            <a:endParaRPr lang="en-IN" sz="9600" b="1" dirty="0">
              <a:ln>
                <a:solidFill>
                  <a:schemeClr val="bg1"/>
                </a:solidFill>
              </a:ln>
              <a:noFill/>
              <a:latin typeface="Bahnschrift SemiBold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67AC97-BE90-4DEC-9B0B-96598BFF9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7891">
            <a:off x="6521181" y="3741584"/>
            <a:ext cx="1032406" cy="8360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681573-7A91-4771-9701-ED14313BF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07560">
            <a:off x="6976909" y="3606091"/>
            <a:ext cx="660892" cy="5705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EFC08E-1CDD-497D-9344-E220F04A4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5574">
            <a:off x="6651848" y="3767039"/>
            <a:ext cx="1822382" cy="261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A7E04D-F067-4FF6-938B-D3B8BCC74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52734">
            <a:off x="5396963" y="2446534"/>
            <a:ext cx="1712539" cy="1728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9CA55C-2793-490C-B19A-B33BCEDF7B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563" y="3090513"/>
            <a:ext cx="2190537" cy="915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B7E1CC-B658-4BFA-9B3E-6576DC8D6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56913">
            <a:off x="5477259" y="3163875"/>
            <a:ext cx="815762" cy="981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6949A4-0180-4886-9369-C252E86854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11031">
            <a:off x="3804132" y="4420782"/>
            <a:ext cx="1457423" cy="655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062A4D-290F-467D-87AD-0B04456B93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0167">
            <a:off x="4507886" y="3495184"/>
            <a:ext cx="1155579" cy="919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BCAAD2-F131-4E5E-9868-F260E2017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333">
            <a:off x="3775250" y="3502732"/>
            <a:ext cx="2157337" cy="1287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37AA62-E70B-4F8C-8922-79E76D33E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14822">
            <a:off x="4713813" y="3666538"/>
            <a:ext cx="658000" cy="1115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0231A3-3201-4FFB-94D0-1FB5D1B836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29201"/>
            <a:ext cx="12192000" cy="19162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BE299D-EA5B-4C97-9C78-4F045BFAF9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936" y="2011680"/>
            <a:ext cx="5300152" cy="397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08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38898F-002F-45B9-B367-84286F7A1663}"/>
              </a:ext>
            </a:extLst>
          </p:cNvPr>
          <p:cNvSpPr/>
          <p:nvPr/>
        </p:nvSpPr>
        <p:spPr>
          <a:xfrm>
            <a:off x="0" y="1"/>
            <a:ext cx="12191999" cy="694546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6A807-C95F-45D1-B0BC-7385F7123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52734">
            <a:off x="10286131" y="81087"/>
            <a:ext cx="1712539" cy="1728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94929C-6B25-4393-ADF2-CF8A8F9F1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2333">
            <a:off x="670696" y="502572"/>
            <a:ext cx="2157337" cy="12878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4E9116-E5D4-41FC-95F5-0772DF9C3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02965">
            <a:off x="3834863" y="2852656"/>
            <a:ext cx="3880953" cy="7644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CB5723-22E7-41C0-8506-C325AB3103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352" y="1928151"/>
            <a:ext cx="2190537" cy="9159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576456-23D6-4C4C-BA4F-BE4C8FF142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11031">
            <a:off x="384296" y="4790901"/>
            <a:ext cx="1457423" cy="655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112A2D-1941-4A9C-A045-AD92604E2A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07560">
            <a:off x="11342350" y="3329833"/>
            <a:ext cx="660892" cy="5705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61FB7A-C032-4D7C-A682-D8458BC0A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5574">
            <a:off x="8745476" y="3549445"/>
            <a:ext cx="1822382" cy="2614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EA8D51-5520-468B-9024-2C9A9914D3D3}"/>
              </a:ext>
            </a:extLst>
          </p:cNvPr>
          <p:cNvSpPr txBox="1"/>
          <p:nvPr/>
        </p:nvSpPr>
        <p:spPr>
          <a:xfrm>
            <a:off x="2219101" y="275981"/>
            <a:ext cx="8262869" cy="31547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9900" b="1" dirty="0">
                <a:ln w="0">
                  <a:solidFill>
                    <a:schemeClr val="bg1">
                      <a:lumMod val="95000"/>
                    </a:schemeClr>
                  </a:solidFill>
                </a:ln>
                <a:noFill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SemiBold" panose="020B0502040204020203" pitchFamily="34" charset="0"/>
                <a:cs typeface="Aharoni" panose="02010803020104030203" pitchFamily="2" charset="-79"/>
              </a:rPr>
              <a:t>FRESH</a:t>
            </a:r>
            <a:endParaRPr lang="en-IN" sz="23900" b="1" dirty="0">
              <a:ln>
                <a:solidFill>
                  <a:schemeClr val="bg1">
                    <a:lumMod val="95000"/>
                  </a:schemeClr>
                </a:solidFill>
              </a:ln>
              <a:noFill/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98294F-E097-445A-8F2B-C18BD08C4C1A}"/>
              </a:ext>
            </a:extLst>
          </p:cNvPr>
          <p:cNvSpPr txBox="1"/>
          <p:nvPr/>
        </p:nvSpPr>
        <p:spPr>
          <a:xfrm>
            <a:off x="2219101" y="3824249"/>
            <a:ext cx="942462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ln>
                  <a:solidFill>
                    <a:schemeClr val="bg1"/>
                  </a:solidFill>
                </a:ln>
                <a:noFill/>
                <a:latin typeface="Bahnschrift SemiBold" panose="020B0502040204020203" pitchFamily="34" charset="0"/>
              </a:rPr>
              <a:t>BURGER</a:t>
            </a:r>
            <a:endParaRPr lang="en-IN" sz="16600" b="1" dirty="0">
              <a:ln>
                <a:solidFill>
                  <a:schemeClr val="bg1"/>
                </a:solidFill>
              </a:ln>
              <a:noFill/>
              <a:latin typeface="Bahnschrift SemiBold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E0F43E-19D4-43EB-87A1-295F8CE328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0167">
            <a:off x="3702820" y="22911"/>
            <a:ext cx="1155579" cy="919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9E1C2-B965-415E-BE5D-CBE21E4A17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56913">
            <a:off x="8792953" y="79041"/>
            <a:ext cx="815762" cy="9819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7FD842-9C58-43EC-90E4-466936062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14822">
            <a:off x="2683845" y="3684826"/>
            <a:ext cx="658000" cy="11153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86E3D6-CB92-47B1-9E54-AE69A415E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37891">
            <a:off x="9899580" y="4751961"/>
            <a:ext cx="1032406" cy="8360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3EF041-D794-424B-AC4E-F28E2FC394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936" y="2011680"/>
            <a:ext cx="5300152" cy="397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47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Aharoni</vt:lpstr>
      <vt:lpstr>Arial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</dc:title>
  <dc:creator>Administrator</dc:creator>
  <cp:keywords>Mayaa</cp:keywords>
  <cp:lastModifiedBy>Administrator</cp:lastModifiedBy>
  <cp:revision>21</cp:revision>
  <dcterms:created xsi:type="dcterms:W3CDTF">2026-04-09T05:23:12Z</dcterms:created>
  <dcterms:modified xsi:type="dcterms:W3CDTF">2026-04-14T06:42:10Z</dcterms:modified>
</cp:coreProperties>
</file>