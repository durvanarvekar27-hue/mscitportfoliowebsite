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4E38-2149-4EDE-8CD7-7AC38BB15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94C0AA-12EA-4FD3-B322-280A85B8D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8C355-1F19-44E0-B0B8-712D54814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1F7A-0790-4FB1-90A0-54DC2BB056B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236CD-44DE-4BEC-A2BD-85F03F99B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D6AA7-AFD2-470D-8C48-7FC931ABD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5EE6-CA65-48A7-A242-5D7C2DB7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690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C5B8-85C3-44F2-80B8-20CCC5F2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87404-A420-4A70-830D-5F0E853B9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BD456-FD8D-4CAF-BD1D-8A73DECC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1F7A-0790-4FB1-90A0-54DC2BB056B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8FADF-DF6B-4063-A544-955150EA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D0A89-65CE-48BB-94B2-48987FAFC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5EE6-CA65-48A7-A242-5D7C2DB7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26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1EF-9616-4FF7-9A21-F39DCDAF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BE83B-B336-4C2C-B964-78DF3B8D6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3D93F-945A-40D2-B593-317AFB8B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1F7A-0790-4FB1-90A0-54DC2BB056B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F0070-6755-42E7-A677-573E51B91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F73AF-571D-45C7-B541-D02C3DB1E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5EE6-CA65-48A7-A242-5D7C2DB7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104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49CD-749E-4FE6-8D39-137F6AF8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99B43-AEB2-4076-AE81-D5BF0B6E5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A54AF-AEFF-4B70-9814-45ED18104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F139B-B146-4AAA-AB10-A7FEEBFEF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1F7A-0790-4FB1-90A0-54DC2BB056B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8124F-C25B-4915-9D8E-3A94CD272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AB9F3-6046-4BDC-9A00-8D5A9E455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5EE6-CA65-48A7-A242-5D7C2DB7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412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0EFFB-B46C-4733-90EA-D1E346FFD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06BC9-4075-44F5-8A8A-47E7EC076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6CA61-8763-471A-8422-B7DDEDE33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055B5C-066E-486E-906A-54DAEE64EE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9394C5-29CE-4FE4-B1D2-28D994429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ADFDAE-ECA3-4ADB-A6D1-2D90F9FC6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1F7A-0790-4FB1-90A0-54DC2BB056B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C347F2-7619-401A-B6B4-2262A470B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1C09DB-D7EA-4891-9FB4-2B4448E8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5EE6-CA65-48A7-A242-5D7C2DB7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60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66A83-7890-4A9D-864F-001230F7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AB2E39-242C-46A9-A765-5C3F3799F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1F7A-0790-4FB1-90A0-54DC2BB056B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DF6E6-6F72-4CFE-BB22-39AEC92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2466E-2F5F-4D8A-82D0-14D987B4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5EE6-CA65-48A7-A242-5D7C2DB7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120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21D08-606A-405D-88D3-396F2F9B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1F7A-0790-4FB1-90A0-54DC2BB056B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B0589D-C6AA-4E2C-8384-2E1A0E8E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635AB-1342-4206-9388-00102E40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5EE6-CA65-48A7-A242-5D7C2DB7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15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1C08E-EB0F-454E-A007-83362A012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3EA53-92BB-40DE-840A-E9486C182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01302-EC54-4A98-A5A0-D97847BB2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A0487-63E2-48CE-BDC4-6D27DA2C0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1F7A-0790-4FB1-90A0-54DC2BB056B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7AAE0-0AED-4B57-B1A0-70AF25D00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2FE9B-F41A-49D4-B751-5527CDB0D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5EE6-CA65-48A7-A242-5D7C2DB7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56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1367-7184-4EC4-B353-B81493541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94241E-FD6D-4014-BEAD-2B6E49AAD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23C06-E96B-4DD6-9268-916D85DAA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9E5B6-E605-415B-A038-56F5559D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1F7A-0790-4FB1-90A0-54DC2BB056B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BDF86-6BBC-4C50-BDEF-ECC7533C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C8162-C05B-4253-8479-D918BBD1D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5EE6-CA65-48A7-A242-5D7C2DB7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16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E160-CA01-4D8E-9304-472D176B1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4510E-C3B2-4D3C-8910-74063DDC4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F46A9-290A-42DA-ACBE-9C0DE8903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1F7A-0790-4FB1-90A0-54DC2BB056B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4D010-F102-48CA-8163-8209AD8F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BCF18-A67C-4EE0-9AC1-970DFF4E6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5EE6-CA65-48A7-A242-5D7C2DB7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189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DD836C-B750-4B9B-9365-5CBC41ADB2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66395-3857-4B9A-920C-2DDBEED8D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24DB2-5C91-4349-9D79-568235E73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B1F7A-0790-4FB1-90A0-54DC2BB056B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39966-EA0C-41A8-B7B5-A6684E442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57172-68FB-4B3A-BDFB-F04041A1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5EE6-CA65-48A7-A242-5D7C2DB7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56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FAE57-8F68-42DB-96AE-E2BD2F6B8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14676-D10F-42C6-9F30-2A4D938C5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98845-ABD5-4A79-A0D4-10D246853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B1F7A-0790-4FB1-90A0-54DC2BB056B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8537A-856C-4660-8E30-C1AE5A648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D4DAC-C2B0-41A7-9ECE-903736B15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A5EE6-CA65-48A7-A242-5D7C2DB77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02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5F178F-25B3-4CD9-BE06-C7C2B9D2AC83}"/>
              </a:ext>
            </a:extLst>
          </p:cNvPr>
          <p:cNvSpPr txBox="1"/>
          <p:nvPr/>
        </p:nvSpPr>
        <p:spPr>
          <a:xfrm>
            <a:off x="887896" y="648491"/>
            <a:ext cx="9223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MS-CIT Session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C3C3B1-1964-4CF3-A9A6-062D4B09BB87}"/>
              </a:ext>
            </a:extLst>
          </p:cNvPr>
          <p:cNvSpPr txBox="1"/>
          <p:nvPr/>
        </p:nvSpPr>
        <p:spPr>
          <a:xfrm>
            <a:off x="1020416" y="1554345"/>
            <a:ext cx="557916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Types of Computers</a:t>
            </a:r>
          </a:p>
          <a:p>
            <a:endParaRPr lang="en-IN" sz="2800" dirty="0"/>
          </a:p>
          <a:p>
            <a:pPr marL="514350" indent="-514350">
              <a:buAutoNum type="arabicPeriod"/>
            </a:pPr>
            <a:r>
              <a:rPr lang="en-IN" sz="2000" dirty="0"/>
              <a:t>Desktop Computers</a:t>
            </a:r>
          </a:p>
          <a:p>
            <a:pPr marL="514350" indent="-514350">
              <a:buAutoNum type="arabicPeriod"/>
            </a:pPr>
            <a:r>
              <a:rPr lang="en-IN" sz="2000" dirty="0"/>
              <a:t>Laptop</a:t>
            </a:r>
          </a:p>
          <a:p>
            <a:pPr marL="514350" indent="-514350">
              <a:buAutoNum type="arabicPeriod"/>
            </a:pPr>
            <a:r>
              <a:rPr lang="en-IN" sz="2000" dirty="0"/>
              <a:t>Tablet</a:t>
            </a:r>
          </a:p>
          <a:p>
            <a:pPr marL="514350" indent="-514350">
              <a:buAutoNum type="arabicPeriod"/>
            </a:pPr>
            <a:r>
              <a:rPr lang="en-IN" sz="2000" dirty="0"/>
              <a:t>Smartphone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D5B93-044B-45F0-8B0B-C52CC4132635}"/>
              </a:ext>
            </a:extLst>
          </p:cNvPr>
          <p:cNvSpPr txBox="1"/>
          <p:nvPr/>
        </p:nvSpPr>
        <p:spPr>
          <a:xfrm>
            <a:off x="887896" y="3775476"/>
            <a:ext cx="68248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Parts </a:t>
            </a:r>
            <a:r>
              <a:rPr lang="en-IN" sz="3200"/>
              <a:t>of Computers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7802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946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03EEE-D533-470A-9F18-95F766C3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81F63-3137-4C03-920B-ADF3CF00A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22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2</cp:revision>
  <dcterms:created xsi:type="dcterms:W3CDTF">2026-05-21T05:42:54Z</dcterms:created>
  <dcterms:modified xsi:type="dcterms:W3CDTF">2026-05-21T05:49:43Z</dcterms:modified>
</cp:coreProperties>
</file>