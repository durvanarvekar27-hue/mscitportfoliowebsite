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337C-5820-424B-BA16-98128A3CD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DDD48-92C1-4931-BECA-A6C37BFBE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E1551-ECE5-4222-B083-460EDDBF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E1B74-892C-466A-823E-0E674DD43CC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2FD5D-04ED-4C6D-A180-13152171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8EF6F-B68F-4632-9457-D7733BA6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A57C-7FA7-4D75-98B8-D75C255B6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47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BD2FD-7E7C-4029-B8EC-4ED8C8F65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A5EBC-93EC-487F-A35F-0A1438ECD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7E9FB-3286-4FF5-8178-B857AA24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E1B74-892C-466A-823E-0E674DD43CC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A1DAE-7E7F-4F5D-9F60-023CDF6C1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D1DCC-1244-4438-BFB0-FFCAF013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A57C-7FA7-4D75-98B8-D75C255B6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599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3EAB-520D-4EA2-BA91-E2FA3A6DB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CC4C3-DA7E-4BE7-AB0C-DE62BE477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0DCF3-262E-45D2-A65F-B59C7FE63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E1B74-892C-466A-823E-0E674DD43CC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7A538-C17F-416D-88E8-788594093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E306F-69D9-46F8-8E15-E3D4C86F2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A57C-7FA7-4D75-98B8-D75C255B6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907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E1182-E2F6-4FF5-BFFE-F3054FAA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4F23-8D74-4A0F-BC20-8DD11D46D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30DD39-9D6F-4C4C-8559-A059E4CAE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EDC0D-C695-4E5A-B26B-0C1251C0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E1B74-892C-466A-823E-0E674DD43CC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A0F33-A15C-41F3-99CE-241C05C77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03391-3AEE-4A8A-907B-AC4E140FE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A57C-7FA7-4D75-98B8-D75C255B6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29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8F81-20C3-4F2E-BE98-717EA6063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0018A-E903-4036-ABB3-4643DA5FB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A1908-4883-4DE6-AA05-33CE2315C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C7A8EA-DE05-4496-A1B2-0D815305A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95F22E-5087-40C9-B303-C9BC0A64A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434182-AA76-41BE-AF49-701673528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E1B74-892C-466A-823E-0E674DD43CC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FC51C7-7AD4-4A5F-A0AB-8F5B7611D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3FFEE8-5FD9-4C69-AB30-643461A3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A57C-7FA7-4D75-98B8-D75C255B6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07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30F0-FF82-42F6-897B-70D80C1F8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5831C-B5CD-4D56-99CB-B7D76327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E1B74-892C-466A-823E-0E674DD43CC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75B46B-27E4-47AA-931E-86D319D7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D917A-BF0A-4E42-8B18-DCD928A0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A57C-7FA7-4D75-98B8-D75C255B6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448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25F600-26E7-4E3B-979D-94346B9E0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E1B74-892C-466A-823E-0E674DD43CC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BD16F-5B07-4D88-A538-CF28BABD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3F88B-B57A-4D21-A662-BF53436C1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A57C-7FA7-4D75-98B8-D75C255B6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321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8678-0064-4517-A143-911E5A599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9FE71-558F-45BA-AA29-6A2406964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D0D90-29D9-486C-9466-D35BF8CD2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73AD7-6EC3-408A-AFB9-9F5BD0F9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E1B74-892C-466A-823E-0E674DD43CC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8ADB3-3DB4-447C-9DF5-251EFA90C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D2591-F565-487B-A85A-5E387A8F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A57C-7FA7-4D75-98B8-D75C255B6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63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520A1-03E3-4368-8D2C-344F4DA34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C66A70-B7FC-4434-B596-A0DA98F1CA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C6EDF-AE17-41A1-88B1-8EC882D7E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C9BBF-9BF9-4A55-9234-E52A5AA5A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E1B74-892C-466A-823E-0E674DD43CC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85895-654A-4AEA-A8C3-F4CDAA0F6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C3485-93A1-4071-9C9A-8D5AE686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A57C-7FA7-4D75-98B8-D75C255B6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679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47F5-A382-42B5-B71D-65077790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A6F84-D970-49C1-AAE8-BC41029B8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1D6C0-43E0-4786-A6BD-CA031477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E1B74-892C-466A-823E-0E674DD43CC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BE904-C3A5-4A15-A38A-E4A0E126F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A891F-96B8-4B0F-825C-D53E1403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A57C-7FA7-4D75-98B8-D75C255B6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324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66B0D5-D56A-462D-9477-775A14356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25959-F879-47EE-A8D2-97C6E2870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248C5-E565-45BD-8B65-9F3D63EA3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E1B74-892C-466A-823E-0E674DD43CC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A7824-F8EC-47F8-92B7-BFA6DBE60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5690C-C048-4623-9E96-A8FDA650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A57C-7FA7-4D75-98B8-D75C255B6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271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64CEF2-B329-4EE8-872C-A22DA964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D7749-374C-4272-8588-72F95F68F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A8A42-51AB-400F-BF9F-1CA5EE2A4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E1B74-892C-466A-823E-0E674DD43CC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D2426-1C25-4EEA-849A-5FC886DB0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41153-FE38-4128-8C43-F78AE0266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FA57C-7FA7-4D75-98B8-D75C255B6B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197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8413-8CD8-4B0E-A8F9-CAF0F23E60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3F2D9-81BF-4FC5-8994-E79081B02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481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</cp:revision>
  <dcterms:created xsi:type="dcterms:W3CDTF">2026-05-08T09:53:09Z</dcterms:created>
  <dcterms:modified xsi:type="dcterms:W3CDTF">2026-05-08T09:53:50Z</dcterms:modified>
</cp:coreProperties>
</file>