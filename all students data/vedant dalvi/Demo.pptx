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DAA5F-DBC3-4261-B8AE-23999B480C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D0AD13-2E36-48C8-8CEB-B0FE049CE0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20BDD4-51E6-4B3E-8A51-90DFD7288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1A8D7-7220-4276-83A0-4CF1339CAF08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B1FE32-2F66-44EC-AE38-F15C4C553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AEF72A-90D7-45F7-ACF9-5CA6DAF5C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7DD96-0CA4-4E13-A83D-576C175E8A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11719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081AE-3670-42B0-A22A-AF348AF31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5B58C6-6C97-47FA-8E96-21EB2E0B7E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D06EFA-D398-4DF9-A191-5F2D75C14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1A8D7-7220-4276-83A0-4CF1339CAF08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F7174F-70BE-4D18-A364-F5C00A3DC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3E55AD-0DA4-47ED-B3A8-E43110726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7DD96-0CA4-4E13-A83D-576C175E8A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94346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F7F3-F8A6-4821-AF7B-6E80A64A3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286B40-7984-463E-A32C-966B7B80CC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96681F-4727-412D-A98A-E0E111FEA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1A8D7-7220-4276-83A0-4CF1339CAF08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D250AD-30EF-4E3F-A042-D1390232A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BDBB13-3D88-4B36-971C-32FE5C33C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7DD96-0CA4-4E13-A83D-576C175E8A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14030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527D0-DB85-4729-912B-8BCDBC7A7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E8E5F3-878B-458D-BA03-AF2EB01FCB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34B3D1-ADB9-4163-ACDD-3C525E2741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981986-89DC-4FA6-9863-8A8791ACA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1A8D7-7220-4276-83A0-4CF1339CAF08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A06114-9CD7-4854-A743-C27CE99DC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2D56CD-A93C-4A91-AFFA-3D01F62D8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7DD96-0CA4-4E13-A83D-576C175E8A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27919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06E59-8DC5-416C-998A-37039445D6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99A742-87ED-4A5F-90D9-F82ADD73CC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F1FF61-103C-495B-B5BC-AEE9781E8A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320298-1313-4F23-ACC2-9B0B661E68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780631-0D39-49F5-9B6A-E68FBF8C62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9697FA2-E1EE-43E4-8AF7-0CEFE9013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1A8D7-7220-4276-83A0-4CF1339CAF08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8784595-D1A3-4B40-B32A-BB7BB5202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F15411-B2E3-4969-A8C4-B6D798E85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7DD96-0CA4-4E13-A83D-576C175E8A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77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1BCBB-89A4-4E9D-BEB6-B19E4B165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84C474-E5F8-42E9-A97B-CC7AD368E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1A8D7-7220-4276-83A0-4CF1339CAF08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C7C44B-4E5B-4B5C-8FCA-7FF575C48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168AAA-DAB7-436F-B958-96FBC04DE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7DD96-0CA4-4E13-A83D-576C175E8A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34512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E43683-CA20-45D2-948B-CA3F0CEA6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1A8D7-7220-4276-83A0-4CF1339CAF08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1B5840-1959-447D-B4B7-E76F4AA478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84886B-BDC9-4253-A9E7-036318D41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7DD96-0CA4-4E13-A83D-576C175E8A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51160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B2C28-A859-4DCE-AD47-CA12C4AA4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D1C72B-775C-442A-B3C2-3EEEA52C19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4E090D-BA52-4B41-885D-3EFEA8DA4C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7B2BFC-045F-452C-A178-5592044FF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1A8D7-7220-4276-83A0-4CF1339CAF08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9B4780-E7CA-4FB8-A5E7-D65C0F539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63469E-D947-47F2-B25D-BEE878D47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7DD96-0CA4-4E13-A83D-576C175E8A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68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5C9AD-9291-4C09-9400-D0549E62A0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1BDDF3-E128-4971-8D5D-FDE4F4D7A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041BDC-A5D9-460A-AB92-BC5F0CD88D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A229EB-BAF4-475F-AE57-5375C12BA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1A8D7-7220-4276-83A0-4CF1339CAF08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7A0DD2-2F45-4A10-8467-BDE1EC627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02E351-B9AE-42DF-876D-F0F00CA15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7DD96-0CA4-4E13-A83D-576C175E8A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911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1A2D9-9B21-4B99-95B1-8B715AFDE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A811F3-F15F-4F23-921F-8A74F6F6CE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F01370-FE43-43A5-973A-D055E565A7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1A8D7-7220-4276-83A0-4CF1339CAF08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3EB0D3-1FA6-43E6-A23D-AFD1FB911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3810FD-B80F-4FA2-83CA-F72F55256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7DD96-0CA4-4E13-A83D-576C175E8A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61298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04B1EF0-F4F7-4F8B-B184-3DE4CEAED6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CD7F4C-5F12-4879-891E-96A0E041FB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E747E1-97D6-4AD7-A6A0-5AE804CB8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1A8D7-7220-4276-83A0-4CF1339CAF08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12B4B2-BAF5-46A1-8B8E-5C8945C89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A311CF-7012-4362-A432-2FCA74A83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7DD96-0CA4-4E13-A83D-576C175E8A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75340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46F8380-73A7-47AD-A8C2-506936901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1C14F9-D8EC-4740-B29C-EC590EED50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38317A-251F-4B13-AA5D-87EBA413AF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31A8D7-7220-4276-83A0-4CF1339CAF08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97B7C2-8653-488A-9E15-6505FCD830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B5DCD8-8718-46BE-8094-1BF8821D3B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B7DD96-0CA4-4E13-A83D-576C175E8A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87575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2340E-1873-4977-9AFD-C5BB479A52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33EBF5-07A1-46DD-8DCB-AE981B93791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45540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LENOVO</dc:creator>
  <cp:lastModifiedBy>LENOVO</cp:lastModifiedBy>
  <cp:revision>1</cp:revision>
  <dcterms:created xsi:type="dcterms:W3CDTF">2026-05-31T04:45:07Z</dcterms:created>
  <dcterms:modified xsi:type="dcterms:W3CDTF">2026-05-31T04:45:58Z</dcterms:modified>
</cp:coreProperties>
</file>